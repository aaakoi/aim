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2" cy="6858000"/>
            <a:chOff x="0" y="0"/>
            <a:chExt cx="12192002" cy="6858000"/>
          </a:xfrm>
        </p:grpSpPr>
        <p:sp>
          <p:nvSpPr>
            <p:cNvPr id="3" name="AutoShape 3"/>
            <p:cNvSpPr/>
            <p:nvPr/>
          </p:nvSpPr>
          <p:spPr>
            <a:xfrm>
              <a:off x="7042384" y="0"/>
              <a:ext cx="5149616" cy="5714640"/>
            </a:xfrm>
            <a:custGeom>
              <a:avLst/>
              <a:gdLst/>
              <a:ahLst/>
              <a:cxnLst/>
              <a:rect l="l" t="t" r="r" b="b"/>
              <a:pathLst>
                <a:path w="5149616" h="5714640">
                  <a:moveTo>
                    <a:pt x="62483" y="0"/>
                  </a:moveTo>
                  <a:lnTo>
                    <a:pt x="5149616" y="0"/>
                  </a:lnTo>
                  <a:lnTo>
                    <a:pt x="5149616" y="5714640"/>
                  </a:lnTo>
                  <a:lnTo>
                    <a:pt x="5127556" y="5686730"/>
                  </a:lnTo>
                  <a:cubicBezTo>
                    <a:pt x="5099349" y="5651970"/>
                    <a:pt x="5073533" y="5622654"/>
                    <a:pt x="5051114" y="5603488"/>
                  </a:cubicBezTo>
                  <a:cubicBezTo>
                    <a:pt x="4871765" y="5450159"/>
                    <a:pt x="4676619" y="5071017"/>
                    <a:pt x="4649670" y="4683512"/>
                  </a:cubicBezTo>
                  <a:cubicBezTo>
                    <a:pt x="4622721" y="4296007"/>
                    <a:pt x="5038104" y="3667822"/>
                    <a:pt x="4889421" y="3278459"/>
                  </a:cubicBezTo>
                  <a:cubicBezTo>
                    <a:pt x="4740738" y="2889096"/>
                    <a:pt x="3896962" y="2732978"/>
                    <a:pt x="3757572" y="2347332"/>
                  </a:cubicBezTo>
                  <a:cubicBezTo>
                    <a:pt x="3618182" y="1961686"/>
                    <a:pt x="4228711" y="1124415"/>
                    <a:pt x="4053079" y="964581"/>
                  </a:cubicBezTo>
                  <a:cubicBezTo>
                    <a:pt x="3877447" y="804747"/>
                    <a:pt x="3035531" y="1444083"/>
                    <a:pt x="2703782" y="1388327"/>
                  </a:cubicBezTo>
                  <a:cubicBezTo>
                    <a:pt x="2372033" y="1332571"/>
                    <a:pt x="2413851" y="658851"/>
                    <a:pt x="2062587" y="630044"/>
                  </a:cubicBezTo>
                  <a:cubicBezTo>
                    <a:pt x="1711324" y="601237"/>
                    <a:pt x="939101" y="1274027"/>
                    <a:pt x="596201" y="1215483"/>
                  </a:cubicBezTo>
                  <a:cubicBezTo>
                    <a:pt x="253301" y="1156939"/>
                    <a:pt x="-43135" y="563137"/>
                    <a:pt x="5187" y="278781"/>
                  </a:cubicBezTo>
                  <a:cubicBezTo>
                    <a:pt x="17268" y="207692"/>
                    <a:pt x="23540" y="137184"/>
                    <a:pt x="39861" y="68128"/>
                  </a:cubicBezTo>
                  <a:close/>
                </a:path>
              </a:pathLst>
            </a:custGeom>
            <a:solidFill>
              <a:srgbClr val="FFC629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rcRect r="14249"/>
            <a:stretch>
              <a:fillRect/>
            </a:stretch>
          </p:blipFill>
          <p:spPr>
            <a:xfrm>
              <a:off x="6060340" y="841918"/>
              <a:ext cx="6131662" cy="6016082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AutoShape 5"/>
            <p:cNvSpPr/>
            <p:nvPr/>
          </p:nvSpPr>
          <p:spPr>
            <a:xfrm>
              <a:off x="749609" y="5175391"/>
              <a:ext cx="677747" cy="0"/>
            </a:xfrm>
            <a:prstGeom prst="line">
              <a:avLst/>
            </a:prstGeom>
            <a:ln w="50800">
              <a:solidFill>
                <a:srgbClr val="FFC629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0" y="4839778"/>
              <a:ext cx="2653990" cy="2018221"/>
            </a:xfrm>
            <a:custGeom>
              <a:avLst/>
              <a:gdLst/>
              <a:ahLst/>
              <a:cxnLst/>
              <a:rect l="l" t="t" r="r" b="b"/>
              <a:pathLst>
                <a:path w="3156046" h="2400008">
                  <a:moveTo>
                    <a:pt x="0" y="0"/>
                  </a:moveTo>
                  <a:lnTo>
                    <a:pt x="3295" y="1988"/>
                  </a:lnTo>
                  <a:cubicBezTo>
                    <a:pt x="163042" y="105591"/>
                    <a:pt x="311707" y="242977"/>
                    <a:pt x="394725" y="331409"/>
                  </a:cubicBezTo>
                  <a:cubicBezTo>
                    <a:pt x="616106" y="567228"/>
                    <a:pt x="519854" y="1290727"/>
                    <a:pt x="693109" y="1563443"/>
                  </a:cubicBezTo>
                  <a:cubicBezTo>
                    <a:pt x="866364" y="1836159"/>
                    <a:pt x="1183997" y="1962891"/>
                    <a:pt x="1434254" y="1967704"/>
                  </a:cubicBezTo>
                  <a:cubicBezTo>
                    <a:pt x="1684511" y="1972517"/>
                    <a:pt x="1929955" y="1576277"/>
                    <a:pt x="2194650" y="1592319"/>
                  </a:cubicBezTo>
                  <a:cubicBezTo>
                    <a:pt x="2459345" y="1608361"/>
                    <a:pt x="2862001" y="1792846"/>
                    <a:pt x="3022422" y="2063957"/>
                  </a:cubicBezTo>
                  <a:cubicBezTo>
                    <a:pt x="3062528" y="2131735"/>
                    <a:pt x="3101831" y="2223777"/>
                    <a:pt x="3135519" y="2327223"/>
                  </a:cubicBezTo>
                  <a:lnTo>
                    <a:pt x="3156046" y="2400008"/>
                  </a:lnTo>
                  <a:lnTo>
                    <a:pt x="0" y="2400008"/>
                  </a:lnTo>
                  <a:close/>
                </a:path>
              </a:pathLst>
            </a:custGeom>
            <a:solidFill>
              <a:srgbClr val="FFC629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100000"/>
            </a:blip>
            <a:stretch>
              <a:fillRect/>
            </a:stretch>
          </p:blipFill>
          <p:spPr>
            <a:xfrm>
              <a:off x="1" y="0"/>
              <a:ext cx="1794556" cy="1544444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C629">
            <a:alpha val="14901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53422" y="0"/>
            <a:ext cx="11938578" cy="6858000"/>
            <a:chOff x="253422" y="0"/>
            <a:chExt cx="11938578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rcRect r="2604" b="13790"/>
            <a:stretch>
              <a:fillRect/>
            </a:stretch>
          </p:blipFill>
          <p:spPr>
            <a:xfrm>
              <a:off x="253422" y="479500"/>
              <a:ext cx="11938578" cy="637850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4" name="AutoShape 4"/>
            <p:cNvSpPr/>
            <p:nvPr/>
          </p:nvSpPr>
          <p:spPr>
            <a:xfrm>
              <a:off x="1842164" y="0"/>
              <a:ext cx="8946642" cy="6858000"/>
            </a:xfrm>
            <a:custGeom>
              <a:avLst/>
              <a:gdLst/>
              <a:ahLst/>
              <a:cxnLst/>
              <a:rect l="l" t="t" r="r" b="b"/>
              <a:pathLst>
                <a:path w="8946642" h="6858000">
                  <a:moveTo>
                    <a:pt x="1366172" y="0"/>
                  </a:moveTo>
                  <a:lnTo>
                    <a:pt x="7881217" y="0"/>
                  </a:lnTo>
                  <a:lnTo>
                    <a:pt x="7925316" y="65430"/>
                  </a:lnTo>
                  <a:cubicBezTo>
                    <a:pt x="8591934" y="1128915"/>
                    <a:pt x="9053348" y="2765608"/>
                    <a:pt x="8925243" y="3846589"/>
                  </a:cubicBezTo>
                  <a:cubicBezTo>
                    <a:pt x="8818490" y="4747406"/>
                    <a:pt x="8252925" y="5932817"/>
                    <a:pt x="7543622" y="6798935"/>
                  </a:cubicBezTo>
                  <a:lnTo>
                    <a:pt x="7492333" y="6858000"/>
                  </a:lnTo>
                  <a:lnTo>
                    <a:pt x="2095780" y="6858000"/>
                  </a:lnTo>
                  <a:lnTo>
                    <a:pt x="1988721" y="6782773"/>
                  </a:lnTo>
                  <a:cubicBezTo>
                    <a:pt x="1823978" y="6658610"/>
                    <a:pt x="1675742" y="6529006"/>
                    <a:pt x="1548955" y="6396025"/>
                  </a:cubicBezTo>
                  <a:cubicBezTo>
                    <a:pt x="534663" y="5332178"/>
                    <a:pt x="-175850" y="3066096"/>
                    <a:pt x="38185" y="1901031"/>
                  </a:cubicBezTo>
                  <a:cubicBezTo>
                    <a:pt x="158579" y="1245682"/>
                    <a:pt x="691021" y="383047"/>
                    <a:pt x="1295998" y="37763"/>
                  </a:cubicBezTo>
                  <a:lnTo>
                    <a:pt x="136617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302511" y="1366392"/>
              <a:ext cx="1482195" cy="1235615"/>
            </a:xfrm>
            <a:custGeom>
              <a:avLst/>
              <a:gdLst/>
              <a:ahLst/>
              <a:cxnLst/>
              <a:rect l="l" t="t" r="r" b="b"/>
              <a:pathLst>
                <a:path w="607681" h="506587">
                  <a:moveTo>
                    <a:pt x="518754" y="0"/>
                  </a:moveTo>
                  <a:cubicBezTo>
                    <a:pt x="523535" y="0"/>
                    <a:pt x="528793" y="0"/>
                    <a:pt x="533573" y="955"/>
                  </a:cubicBezTo>
                  <a:cubicBezTo>
                    <a:pt x="537876" y="1433"/>
                    <a:pt x="542178" y="4297"/>
                    <a:pt x="544568" y="8117"/>
                  </a:cubicBezTo>
                  <a:cubicBezTo>
                    <a:pt x="547437" y="11937"/>
                    <a:pt x="547915" y="16711"/>
                    <a:pt x="546481" y="21009"/>
                  </a:cubicBezTo>
                  <a:lnTo>
                    <a:pt x="532139" y="73529"/>
                  </a:lnTo>
                  <a:cubicBezTo>
                    <a:pt x="530227" y="79259"/>
                    <a:pt x="525447" y="84034"/>
                    <a:pt x="519232" y="84988"/>
                  </a:cubicBezTo>
                  <a:cubicBezTo>
                    <a:pt x="451829" y="94538"/>
                    <a:pt x="418366" y="183346"/>
                    <a:pt x="404025" y="234434"/>
                  </a:cubicBezTo>
                  <a:cubicBezTo>
                    <a:pt x="418844" y="228227"/>
                    <a:pt x="437488" y="222975"/>
                    <a:pt x="459955" y="222975"/>
                  </a:cubicBezTo>
                  <a:cubicBezTo>
                    <a:pt x="474775" y="222975"/>
                    <a:pt x="489594" y="225362"/>
                    <a:pt x="504413" y="229659"/>
                  </a:cubicBezTo>
                  <a:cubicBezTo>
                    <a:pt x="540744" y="240164"/>
                    <a:pt x="571339" y="263559"/>
                    <a:pt x="589504" y="296504"/>
                  </a:cubicBezTo>
                  <a:cubicBezTo>
                    <a:pt x="608148" y="328971"/>
                    <a:pt x="612450" y="367168"/>
                    <a:pt x="602411" y="403455"/>
                  </a:cubicBezTo>
                  <a:cubicBezTo>
                    <a:pt x="585202" y="464093"/>
                    <a:pt x="529271" y="506587"/>
                    <a:pt x="466170" y="506587"/>
                  </a:cubicBezTo>
                  <a:cubicBezTo>
                    <a:pt x="466170" y="506587"/>
                    <a:pt x="466170" y="506587"/>
                    <a:pt x="465692" y="506587"/>
                  </a:cubicBezTo>
                  <a:cubicBezTo>
                    <a:pt x="414542" y="504677"/>
                    <a:pt x="374864" y="484624"/>
                    <a:pt x="347616" y="447382"/>
                  </a:cubicBezTo>
                  <a:cubicBezTo>
                    <a:pt x="298856" y="380537"/>
                    <a:pt x="304592" y="274541"/>
                    <a:pt x="324670" y="203876"/>
                  </a:cubicBezTo>
                  <a:cubicBezTo>
                    <a:pt x="358133" y="84034"/>
                    <a:pt x="437966" y="0"/>
                    <a:pt x="518754" y="0"/>
                  </a:cubicBezTo>
                  <a:close/>
                  <a:moveTo>
                    <a:pt x="208498" y="0"/>
                  </a:moveTo>
                  <a:cubicBezTo>
                    <a:pt x="213758" y="0"/>
                    <a:pt x="218539" y="0"/>
                    <a:pt x="223799" y="955"/>
                  </a:cubicBezTo>
                  <a:cubicBezTo>
                    <a:pt x="228102" y="1433"/>
                    <a:pt x="232406" y="4297"/>
                    <a:pt x="234797" y="8117"/>
                  </a:cubicBezTo>
                  <a:cubicBezTo>
                    <a:pt x="237187" y="11937"/>
                    <a:pt x="238144" y="16711"/>
                    <a:pt x="236709" y="21009"/>
                  </a:cubicBezTo>
                  <a:lnTo>
                    <a:pt x="221886" y="73529"/>
                  </a:lnTo>
                  <a:cubicBezTo>
                    <a:pt x="220452" y="79259"/>
                    <a:pt x="215192" y="84034"/>
                    <a:pt x="208976" y="84988"/>
                  </a:cubicBezTo>
                  <a:cubicBezTo>
                    <a:pt x="142034" y="94538"/>
                    <a:pt x="108085" y="183346"/>
                    <a:pt x="94219" y="234434"/>
                  </a:cubicBezTo>
                  <a:cubicBezTo>
                    <a:pt x="108563" y="228227"/>
                    <a:pt x="127690" y="222975"/>
                    <a:pt x="150163" y="222975"/>
                  </a:cubicBezTo>
                  <a:cubicBezTo>
                    <a:pt x="164508" y="222975"/>
                    <a:pt x="179809" y="225362"/>
                    <a:pt x="194632" y="229659"/>
                  </a:cubicBezTo>
                  <a:cubicBezTo>
                    <a:pt x="230971" y="240164"/>
                    <a:pt x="261095" y="263559"/>
                    <a:pt x="279743" y="296027"/>
                  </a:cubicBezTo>
                  <a:cubicBezTo>
                    <a:pt x="297913" y="328971"/>
                    <a:pt x="302695" y="367168"/>
                    <a:pt x="292654" y="403455"/>
                  </a:cubicBezTo>
                  <a:cubicBezTo>
                    <a:pt x="275440" y="464093"/>
                    <a:pt x="219496" y="506587"/>
                    <a:pt x="156379" y="506587"/>
                  </a:cubicBezTo>
                  <a:cubicBezTo>
                    <a:pt x="156379" y="506587"/>
                    <a:pt x="155901" y="506587"/>
                    <a:pt x="155901" y="506587"/>
                  </a:cubicBezTo>
                  <a:cubicBezTo>
                    <a:pt x="104738" y="504677"/>
                    <a:pt x="65051" y="484624"/>
                    <a:pt x="37796" y="447382"/>
                  </a:cubicBezTo>
                  <a:cubicBezTo>
                    <a:pt x="-10976" y="380537"/>
                    <a:pt x="-5238" y="274541"/>
                    <a:pt x="14366" y="203876"/>
                  </a:cubicBezTo>
                  <a:cubicBezTo>
                    <a:pt x="48315" y="84034"/>
                    <a:pt x="128168" y="0"/>
                    <a:pt x="208498" y="0"/>
                  </a:cubicBezTo>
                  <a:close/>
                </a:path>
              </a:pathLst>
            </a:custGeom>
            <a:solidFill>
              <a:srgbClr val="FFC629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-12700"/>
            <a:ext cx="12192001" cy="6858001"/>
            <a:chOff x="0" y="-12700"/>
            <a:chExt cx="12192001" cy="6858001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-12700"/>
              <a:ext cx="12192001" cy="6858001"/>
              <a:chOff x="0" y="-12700"/>
              <a:chExt cx="12192001" cy="6858001"/>
            </a:xfrm>
          </p:grpSpPr>
          <p:sp>
            <p:nvSpPr>
              <p:cNvPr id="4" name="AutoShape 4"/>
              <p:cNvSpPr/>
              <p:nvPr/>
            </p:nvSpPr>
            <p:spPr>
              <a:xfrm flipV="1">
                <a:off x="4672364" y="3596267"/>
                <a:ext cx="7519637" cy="3261731"/>
              </a:xfrm>
              <a:custGeom>
                <a:avLst/>
                <a:gdLst/>
                <a:ahLst/>
                <a:cxnLst/>
                <a:rect l="l" t="t" r="r" b="b"/>
                <a:pathLst>
                  <a:path w="7519637" h="3620774">
                    <a:moveTo>
                      <a:pt x="7283134" y="3618479"/>
                    </a:moveTo>
                    <a:cubicBezTo>
                      <a:pt x="7355637" y="3610944"/>
                      <a:pt x="7431895" y="3584533"/>
                      <a:pt x="7511722" y="3534420"/>
                    </a:cubicBezTo>
                    <a:lnTo>
                      <a:pt x="7519637" y="3528915"/>
                    </a:lnTo>
                    <a:lnTo>
                      <a:pt x="7519637" y="0"/>
                    </a:lnTo>
                    <a:lnTo>
                      <a:pt x="0" y="0"/>
                    </a:lnTo>
                    <a:lnTo>
                      <a:pt x="10871" y="28319"/>
                    </a:lnTo>
                    <a:cubicBezTo>
                      <a:pt x="224437" y="450262"/>
                      <a:pt x="1292739" y="1281694"/>
                      <a:pt x="1725956" y="1339507"/>
                    </a:cubicBezTo>
                    <a:cubicBezTo>
                      <a:pt x="2221063" y="1405577"/>
                      <a:pt x="3336059" y="646287"/>
                      <a:pt x="3843239" y="678797"/>
                    </a:cubicBezTo>
                    <a:cubicBezTo>
                      <a:pt x="4350423" y="711308"/>
                      <a:pt x="4392261" y="1469789"/>
                      <a:pt x="4769047" y="1534573"/>
                    </a:cubicBezTo>
                    <a:cubicBezTo>
                      <a:pt x="5145833" y="1599356"/>
                      <a:pt x="5788011" y="890337"/>
                      <a:pt x="6103954" y="1067496"/>
                    </a:cubicBezTo>
                    <a:cubicBezTo>
                      <a:pt x="6419898" y="1244654"/>
                      <a:pt x="6251575" y="2190178"/>
                      <a:pt x="6397083" y="2697889"/>
                    </a:cubicBezTo>
                    <a:cubicBezTo>
                      <a:pt x="6499287" y="2918903"/>
                      <a:pt x="6811866" y="3667454"/>
                      <a:pt x="7283134" y="3618479"/>
                    </a:cubicBezTo>
                    <a:close/>
                  </a:path>
                </a:pathLst>
              </a:custGeom>
              <a:solidFill>
                <a:srgbClr val="FFC629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 flipV="1">
                <a:off x="0" y="-12700"/>
                <a:ext cx="5213196" cy="3964364"/>
              </a:xfrm>
              <a:custGeom>
                <a:avLst/>
                <a:gdLst/>
                <a:ahLst/>
                <a:cxnLst/>
                <a:rect l="l" t="t" r="r" b="b"/>
                <a:pathLst>
                  <a:path w="3156046" h="2400008">
                    <a:moveTo>
                      <a:pt x="0" y="0"/>
                    </a:moveTo>
                    <a:lnTo>
                      <a:pt x="3295" y="1988"/>
                    </a:lnTo>
                    <a:cubicBezTo>
                      <a:pt x="163042" y="105591"/>
                      <a:pt x="311707" y="242977"/>
                      <a:pt x="394725" y="331409"/>
                    </a:cubicBezTo>
                    <a:cubicBezTo>
                      <a:pt x="616106" y="567228"/>
                      <a:pt x="519854" y="1290727"/>
                      <a:pt x="693109" y="1563443"/>
                    </a:cubicBezTo>
                    <a:cubicBezTo>
                      <a:pt x="866364" y="1836159"/>
                      <a:pt x="1183997" y="1962891"/>
                      <a:pt x="1434254" y="1967704"/>
                    </a:cubicBezTo>
                    <a:cubicBezTo>
                      <a:pt x="1684511" y="1972517"/>
                      <a:pt x="1929955" y="1576277"/>
                      <a:pt x="2194650" y="1592319"/>
                    </a:cubicBezTo>
                    <a:cubicBezTo>
                      <a:pt x="2459345" y="1608361"/>
                      <a:pt x="2862001" y="1792846"/>
                      <a:pt x="3022422" y="2063957"/>
                    </a:cubicBezTo>
                    <a:cubicBezTo>
                      <a:pt x="3062528" y="2131735"/>
                      <a:pt x="3101831" y="2223777"/>
                      <a:pt x="3135519" y="2327223"/>
                    </a:cubicBezTo>
                    <a:lnTo>
                      <a:pt x="3156046" y="2400008"/>
                    </a:lnTo>
                    <a:lnTo>
                      <a:pt x="0" y="2400008"/>
                    </a:lnTo>
                    <a:close/>
                  </a:path>
                </a:pathLst>
              </a:custGeom>
              <a:solidFill>
                <a:srgbClr val="FFC629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pic>
            <p:nvPicPr>
              <p:cNvPr id="6" name="Picture 6"/>
              <p:cNvPicPr>
                <a:picLocks noChangeAspect="1"/>
              </p:cNvPicPr>
              <p:nvPr/>
            </p:nvPicPr>
            <p:blipFill>
              <a:blip r:embed="rId2">
                <a:alphaModFix amt="100000"/>
              </a:blip>
              <a:stretch>
                <a:fillRect/>
              </a:stretch>
            </p:blipFill>
            <p:spPr>
              <a:xfrm flipV="1">
                <a:off x="1" y="5313556"/>
                <a:ext cx="1794556" cy="15444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7" name="Picture 7"/>
              <p:cNvPicPr>
                <a:picLocks noChangeAspect="1"/>
              </p:cNvPicPr>
              <p:nvPr/>
            </p:nvPicPr>
            <p:blipFill>
              <a:blip r:embed="rId3">
                <a:alphaModFix amt="100000"/>
              </a:blip>
              <a:srcRect t="31219" r="83206" b="19270"/>
              <a:stretch>
                <a:fillRect/>
              </a:stretch>
            </p:blipFill>
            <p:spPr>
              <a:xfrm rot="16200000">
                <a:off x="9132228" y="-858024"/>
                <a:ext cx="2201748" cy="39177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</p:grpSp>
        <p:sp>
          <p:nvSpPr>
            <p:cNvPr id="8" name="AutoShape 8"/>
            <p:cNvSpPr/>
            <p:nvPr/>
          </p:nvSpPr>
          <p:spPr>
            <a:xfrm>
              <a:off x="5666338" y="2380785"/>
              <a:ext cx="0" cy="3072161"/>
            </a:xfrm>
            <a:prstGeom prst="line">
              <a:avLst/>
            </a:prstGeom>
            <a:ln w="3175">
              <a:solidFill>
                <a:srgbClr val="FFFFFF">
                  <a:alpha val="100000"/>
                  <a:lumMod val="75000"/>
                </a:srgbClr>
              </a:solidFill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2" cy="6858000"/>
            <a:chOff x="0" y="0"/>
            <a:chExt cx="12192002" cy="6858000"/>
          </a:xfrm>
        </p:grpSpPr>
        <p:sp>
          <p:nvSpPr>
            <p:cNvPr id="3" name="AutoShape 3"/>
            <p:cNvSpPr/>
            <p:nvPr/>
          </p:nvSpPr>
          <p:spPr>
            <a:xfrm>
              <a:off x="7042384" y="0"/>
              <a:ext cx="5149616" cy="5714640"/>
            </a:xfrm>
            <a:custGeom>
              <a:avLst/>
              <a:gdLst/>
              <a:ahLst/>
              <a:cxnLst/>
              <a:rect l="l" t="t" r="r" b="b"/>
              <a:pathLst>
                <a:path w="5149616" h="5714640">
                  <a:moveTo>
                    <a:pt x="62483" y="0"/>
                  </a:moveTo>
                  <a:lnTo>
                    <a:pt x="5149616" y="0"/>
                  </a:lnTo>
                  <a:lnTo>
                    <a:pt x="5149616" y="5714640"/>
                  </a:lnTo>
                  <a:lnTo>
                    <a:pt x="5127556" y="5686730"/>
                  </a:lnTo>
                  <a:cubicBezTo>
                    <a:pt x="5099349" y="5651970"/>
                    <a:pt x="5073533" y="5622654"/>
                    <a:pt x="5051114" y="5603488"/>
                  </a:cubicBezTo>
                  <a:cubicBezTo>
                    <a:pt x="4871765" y="5450159"/>
                    <a:pt x="4676619" y="5071017"/>
                    <a:pt x="4649670" y="4683512"/>
                  </a:cubicBezTo>
                  <a:cubicBezTo>
                    <a:pt x="4622721" y="4296007"/>
                    <a:pt x="5038104" y="3667822"/>
                    <a:pt x="4889421" y="3278459"/>
                  </a:cubicBezTo>
                  <a:cubicBezTo>
                    <a:pt x="4740738" y="2889096"/>
                    <a:pt x="3896962" y="2732978"/>
                    <a:pt x="3757572" y="2347332"/>
                  </a:cubicBezTo>
                  <a:cubicBezTo>
                    <a:pt x="3618182" y="1961686"/>
                    <a:pt x="4228711" y="1124415"/>
                    <a:pt x="4053079" y="964581"/>
                  </a:cubicBezTo>
                  <a:cubicBezTo>
                    <a:pt x="3877447" y="804747"/>
                    <a:pt x="3035531" y="1444083"/>
                    <a:pt x="2703782" y="1388327"/>
                  </a:cubicBezTo>
                  <a:cubicBezTo>
                    <a:pt x="2372033" y="1332571"/>
                    <a:pt x="2413851" y="658851"/>
                    <a:pt x="2062587" y="630044"/>
                  </a:cubicBezTo>
                  <a:cubicBezTo>
                    <a:pt x="1711324" y="601237"/>
                    <a:pt x="939101" y="1274027"/>
                    <a:pt x="596201" y="1215483"/>
                  </a:cubicBezTo>
                  <a:cubicBezTo>
                    <a:pt x="253301" y="1156939"/>
                    <a:pt x="-43135" y="563137"/>
                    <a:pt x="5187" y="278781"/>
                  </a:cubicBezTo>
                  <a:cubicBezTo>
                    <a:pt x="17268" y="207692"/>
                    <a:pt x="23540" y="137184"/>
                    <a:pt x="39861" y="68128"/>
                  </a:cubicBezTo>
                  <a:close/>
                </a:path>
              </a:pathLst>
            </a:custGeom>
            <a:solidFill>
              <a:srgbClr val="FFC629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rcRect r="14249"/>
            <a:stretch>
              <a:fillRect/>
            </a:stretch>
          </p:blipFill>
          <p:spPr>
            <a:xfrm>
              <a:off x="6060340" y="841918"/>
              <a:ext cx="6131662" cy="6016082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AutoShape 5"/>
            <p:cNvSpPr/>
            <p:nvPr/>
          </p:nvSpPr>
          <p:spPr>
            <a:xfrm>
              <a:off x="749609" y="5175391"/>
              <a:ext cx="677747" cy="0"/>
            </a:xfrm>
            <a:prstGeom prst="line">
              <a:avLst/>
            </a:prstGeom>
            <a:ln w="50800">
              <a:solidFill>
                <a:srgbClr val="FFC629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0" y="4839778"/>
              <a:ext cx="2653990" cy="2018221"/>
            </a:xfrm>
            <a:custGeom>
              <a:avLst/>
              <a:gdLst/>
              <a:ahLst/>
              <a:cxnLst/>
              <a:rect l="l" t="t" r="r" b="b"/>
              <a:pathLst>
                <a:path w="3156046" h="2400008">
                  <a:moveTo>
                    <a:pt x="0" y="0"/>
                  </a:moveTo>
                  <a:lnTo>
                    <a:pt x="3295" y="1988"/>
                  </a:lnTo>
                  <a:cubicBezTo>
                    <a:pt x="163042" y="105591"/>
                    <a:pt x="311707" y="242977"/>
                    <a:pt x="394725" y="331409"/>
                  </a:cubicBezTo>
                  <a:cubicBezTo>
                    <a:pt x="616106" y="567228"/>
                    <a:pt x="519854" y="1290727"/>
                    <a:pt x="693109" y="1563443"/>
                  </a:cubicBezTo>
                  <a:cubicBezTo>
                    <a:pt x="866364" y="1836159"/>
                    <a:pt x="1183997" y="1962891"/>
                    <a:pt x="1434254" y="1967704"/>
                  </a:cubicBezTo>
                  <a:cubicBezTo>
                    <a:pt x="1684511" y="1972517"/>
                    <a:pt x="1929955" y="1576277"/>
                    <a:pt x="2194650" y="1592319"/>
                  </a:cubicBezTo>
                  <a:cubicBezTo>
                    <a:pt x="2459345" y="1608361"/>
                    <a:pt x="2862001" y="1792846"/>
                    <a:pt x="3022422" y="2063957"/>
                  </a:cubicBezTo>
                  <a:cubicBezTo>
                    <a:pt x="3062528" y="2131735"/>
                    <a:pt x="3101831" y="2223777"/>
                    <a:pt x="3135519" y="2327223"/>
                  </a:cubicBezTo>
                  <a:lnTo>
                    <a:pt x="3156046" y="2400008"/>
                  </a:lnTo>
                  <a:lnTo>
                    <a:pt x="0" y="2400008"/>
                  </a:lnTo>
                  <a:close/>
                </a:path>
              </a:pathLst>
            </a:custGeom>
            <a:solidFill>
              <a:srgbClr val="FFC629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100000"/>
            </a:blip>
            <a:stretch>
              <a:fillRect/>
            </a:stretch>
          </p:blipFill>
          <p:spPr>
            <a:xfrm>
              <a:off x="1" y="0"/>
              <a:ext cx="1794556" cy="1544444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377177"/>
            <a:ext cx="5274193" cy="233832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ln w="19050"/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我的重邮生活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3780582"/>
            <a:ext cx="5274193" cy="830448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一名大一学生在重庆邮电大学的日常与发现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0400" y="5366950"/>
            <a:ext cx="5274193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2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报告人名称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660400" y="5690800"/>
            <a:ext cx="5274193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2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20xx.xx.xx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2380785"/>
            <a:ext cx="10858500" cy="30721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/>
            </a:pPr>
            <a:r>
              <a:rPr lang="en-US" sz="18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我的大学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1028700"/>
            <a:ext cx="6537712" cy="954978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2411" y="1130300"/>
            <a:ext cx="6514480" cy="216421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我的大学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832411" y="3339820"/>
            <a:ext cx="6514480" cy="24030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重庆邮电大学，简称“重邮”，位于山水之城重庆，是一所以信息科学技术为特色的教学研究型大学。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d59f19b2-9c79-45bd-b385-9664f9b95eeb"/>
          <p:cNvGrpSpPr/>
          <p:nvPr/>
        </p:nvGrpSpPr>
        <p:grpSpPr>
          <a:xfrm rot="0">
            <a:off x="1" y="0"/>
            <a:ext cx="12191998" cy="6858000"/>
            <a:chOff x="1" y="0"/>
            <a:chExt cx="12191998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>
              <a:alphaModFix amt="100000"/>
            </a:blip>
            <a:srcRect l="70668" t="33256" r="7847" b="39929"/>
            <a:stretch>
              <a:fillRect/>
            </a:stretch>
          </p:blipFill>
          <p:spPr>
            <a:xfrm flipV="1">
              <a:off x="9591270" y="0"/>
              <a:ext cx="2600729" cy="2091066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4" name="AutoShape 4"/>
            <p:cNvSpPr/>
            <p:nvPr/>
          </p:nvSpPr>
          <p:spPr>
            <a:xfrm>
              <a:off x="1" y="0"/>
              <a:ext cx="3582067" cy="4074289"/>
            </a:xfrm>
            <a:custGeom>
              <a:avLst/>
              <a:gdLst/>
              <a:ahLst/>
              <a:cxnLst/>
              <a:rect l="l" t="t" r="r" b="b"/>
              <a:pathLst>
                <a:path w="3582067" h="4357867">
                  <a:moveTo>
                    <a:pt x="0" y="0"/>
                  </a:moveTo>
                  <a:lnTo>
                    <a:pt x="307230" y="0"/>
                  </a:lnTo>
                  <a:lnTo>
                    <a:pt x="353662" y="43997"/>
                  </a:lnTo>
                  <a:cubicBezTo>
                    <a:pt x="605293" y="291693"/>
                    <a:pt x="495889" y="1051630"/>
                    <a:pt x="692817" y="1338081"/>
                  </a:cubicBezTo>
                  <a:cubicBezTo>
                    <a:pt x="889746" y="1624532"/>
                    <a:pt x="1250780" y="1757647"/>
                    <a:pt x="1535232" y="1762703"/>
                  </a:cubicBezTo>
                  <a:cubicBezTo>
                    <a:pt x="1819684" y="1767758"/>
                    <a:pt x="2098665" y="1351562"/>
                    <a:pt x="2399528" y="1368412"/>
                  </a:cubicBezTo>
                  <a:cubicBezTo>
                    <a:pt x="2700391" y="1385262"/>
                    <a:pt x="3158066" y="1579038"/>
                    <a:pt x="3340407" y="1863803"/>
                  </a:cubicBezTo>
                  <a:cubicBezTo>
                    <a:pt x="3522747" y="2148569"/>
                    <a:pt x="3690502" y="2841106"/>
                    <a:pt x="3493573" y="3077007"/>
                  </a:cubicBezTo>
                  <a:cubicBezTo>
                    <a:pt x="3296645" y="3312907"/>
                    <a:pt x="2457876" y="3171367"/>
                    <a:pt x="2158838" y="3279207"/>
                  </a:cubicBezTo>
                  <a:cubicBezTo>
                    <a:pt x="1859799" y="3387047"/>
                    <a:pt x="1890797" y="3688664"/>
                    <a:pt x="1699339" y="3724049"/>
                  </a:cubicBezTo>
                  <a:cubicBezTo>
                    <a:pt x="1507881" y="3759434"/>
                    <a:pt x="1217958" y="3432543"/>
                    <a:pt x="1010090" y="3491518"/>
                  </a:cubicBezTo>
                  <a:cubicBezTo>
                    <a:pt x="802221" y="3550493"/>
                    <a:pt x="698287" y="3983539"/>
                    <a:pt x="452127" y="4077900"/>
                  </a:cubicBezTo>
                  <a:cubicBezTo>
                    <a:pt x="344433" y="4119182"/>
                    <a:pt x="195204" y="4255609"/>
                    <a:pt x="43839" y="4336905"/>
                  </a:cubicBezTo>
                  <a:lnTo>
                    <a:pt x="0" y="4357867"/>
                  </a:lnTo>
                  <a:close/>
                </a:path>
              </a:pathLst>
            </a:custGeom>
            <a:solidFill>
              <a:srgbClr val="FFC629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66750" y="3733800"/>
              <a:ext cx="5264150" cy="3124200"/>
            </a:xfrm>
            <a:prstGeom prst="round2SameRect">
              <a:avLst>
                <a:gd name="adj1" fmla="val 8537"/>
                <a:gd name="adj2" fmla="val 0"/>
              </a:avLst>
            </a:prstGeom>
            <a:blipFill rotWithShape="1">
              <a:blip r:embed="rId2">
                <a:alphaModFix amt="100000"/>
                <a:alphaModFix amt="100000"/>
              </a:blip>
              <a:stretch>
                <a:fillRect l="-14424" t="-8325" r="-2754" b="-2737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254749" y="3733800"/>
              <a:ext cx="5264150" cy="3124200"/>
            </a:xfrm>
            <a:prstGeom prst="round2SameRect">
              <a:avLst>
                <a:gd name="adj1" fmla="val 9079"/>
                <a:gd name="adj2" fmla="val 0"/>
              </a:avLst>
            </a:prstGeom>
            <a:blipFill rotWithShape="1">
              <a:blip r:embed="rId3">
                <a:alphaModFix amt="100000"/>
                <a:alphaModFix amt="100000"/>
              </a:blip>
              <a:stretch>
                <a:fillRect t="-1297" b="-11033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400" y="1130301"/>
              <a:ext cx="9918861" cy="67535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重庆邮电大学，简称“重邮”，位于山水之城重庆，是一所以信息科学技术为特色的教学研究型大学。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 rot="0">
              <a:off x="660400" y="1996632"/>
              <a:ext cx="2478352" cy="1630264"/>
              <a:chOff x="6292081" y="2983395"/>
              <a:chExt cx="5226820" cy="108313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6292081" y="2983395"/>
                <a:ext cx="5226820" cy="3717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学校概况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292081" y="3355189"/>
                <a:ext cx="5226820" cy="7113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学校始建于1950年，是工业和信息化部与重庆市共建高校，被誉为“中国信息通信人才的摇篮”。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3446200" y="1996632"/>
              <a:ext cx="2478352" cy="1630264"/>
              <a:chOff x="6292081" y="2983395"/>
              <a:chExt cx="5226820" cy="1083132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6292081" y="2983395"/>
                <a:ext cx="5226820" cy="3717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校园环境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292081" y="3355189"/>
                <a:ext cx="5226820" cy="7113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校园依山而建，建筑风格独特，绿化覆盖率高，被誉为“森林大学”，学习和生活氛围宁静舒适。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254748" y="1996632"/>
              <a:ext cx="2478352" cy="1630264"/>
              <a:chOff x="6292081" y="2983395"/>
              <a:chExt cx="5226820" cy="108313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292081" y="2983395"/>
                <a:ext cx="5226820" cy="3717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学科特色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292081" y="3355189"/>
                <a:ext cx="5226820" cy="7113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学校以信息与通信工程、计算机科学与技术等学科为优势，在行业内享有盛誉，科研实力雄厚。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9040548" y="1996632"/>
              <a:ext cx="2478352" cy="1630264"/>
              <a:chOff x="6292081" y="2983395"/>
              <a:chExt cx="5226820" cy="1083132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292081" y="2983395"/>
                <a:ext cx="5226820" cy="3717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学习氛围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92081" y="3355189"/>
                <a:ext cx="5226820" cy="7113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学校学习氛围浓厚，图书馆和自习室常常座无虚席，同学们都积极向上，充满了对知识的渴望。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我的大学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d916771-1dcf-4b82-8a94-0111d11ad96b"/>
          <p:cNvGrpSpPr/>
          <p:nvPr/>
        </p:nvGrpSpPr>
        <p:grpSpPr>
          <a:xfrm rot="0">
            <a:off x="0" y="0"/>
            <a:ext cx="12192000" cy="6858001"/>
            <a:chOff x="0" y="0"/>
            <a:chExt cx="12192000" cy="6858001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12192000" cy="6858001"/>
              <a:chOff x="0" y="0"/>
              <a:chExt cx="12192000" cy="6858001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FC629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pic>
            <p:nvPicPr>
              <p:cNvPr id="5" name="Picture 5"/>
              <p:cNvPicPr>
                <a:picLocks noChangeAspect="1"/>
              </p:cNvPicPr>
              <p:nvPr/>
            </p:nvPicPr>
            <p:blipFill>
              <a:blip r:embed="rId1">
                <a:alphaModFix amt="100000"/>
              </a:blip>
              <a:srcRect l="2696" b="15815"/>
              <a:stretch>
                <a:fillRect/>
              </a:stretch>
            </p:blipFill>
            <p:spPr>
              <a:xfrm>
                <a:off x="0" y="588936"/>
                <a:ext cx="12118694" cy="62690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sp>
            <p:nvSpPr>
              <p:cNvPr id="6" name="AutoShape 6"/>
              <p:cNvSpPr/>
              <p:nvPr/>
            </p:nvSpPr>
            <p:spPr>
              <a:xfrm>
                <a:off x="819793" y="0"/>
                <a:ext cx="10552414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6858000">
                    <a:moveTo>
                      <a:pt x="1145024" y="0"/>
                    </a:moveTo>
                    <a:lnTo>
                      <a:pt x="9713477" y="0"/>
                    </a:lnTo>
                    <a:lnTo>
                      <a:pt x="9779900" y="86962"/>
                    </a:lnTo>
                    <a:cubicBezTo>
                      <a:pt x="10457330" y="1018902"/>
                      <a:pt x="10858500" y="2175752"/>
                      <a:pt x="10858500" y="3429001"/>
                    </a:cubicBezTo>
                    <a:cubicBezTo>
                      <a:pt x="10858500" y="4682250"/>
                      <a:pt x="10457330" y="5839100"/>
                      <a:pt x="9779900" y="6771040"/>
                    </a:cubicBezTo>
                    <a:lnTo>
                      <a:pt x="9713478" y="6858000"/>
                    </a:lnTo>
                    <a:lnTo>
                      <a:pt x="1145022" y="6858000"/>
                    </a:lnTo>
                    <a:lnTo>
                      <a:pt x="1078600" y="6771040"/>
                    </a:lnTo>
                    <a:cubicBezTo>
                      <a:pt x="401170" y="5839100"/>
                      <a:pt x="0" y="4682250"/>
                      <a:pt x="0" y="3429001"/>
                    </a:cubicBezTo>
                    <a:cubicBezTo>
                      <a:pt x="0" y="2175752"/>
                      <a:pt x="401170" y="1018902"/>
                      <a:pt x="1078600" y="86962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1380120" y="1130300"/>
              <a:ext cx="9419060" cy="89955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初到重邮，迎新志愿者的热情帮助让我迅速找到了归属感，开启了我美好的大学生活。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 rot="0">
              <a:off x="5068806" y="2264389"/>
              <a:ext cx="5358081" cy="1209298"/>
              <a:chOff x="4364130" y="1954300"/>
              <a:chExt cx="3093662" cy="120929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4364130" y="1954300"/>
                <a:ext cx="3093662" cy="451624"/>
              </a:xfrm>
              <a:prstGeom prst="roundRect">
                <a:avLst>
                  <a:gd name="adj" fmla="val 0"/>
                </a:avLst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校园导航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364130" y="2405925"/>
                <a:ext cx="3093662" cy="7576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学校的地图就像一张复杂的网络，主干道“尚知路”贯穿南北，连接着教学楼、实验楼和图书馆。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4643667" y="3582504"/>
              <a:ext cx="5358081" cy="1209298"/>
              <a:chOff x="4364130" y="1954300"/>
              <a:chExt cx="3463852" cy="120929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364130" y="1954300"/>
                <a:ext cx="3463852" cy="451624"/>
              </a:xfrm>
              <a:prstGeom prst="roundRect">
                <a:avLst>
                  <a:gd name="adj" fmla="val 0"/>
                </a:avLst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宿舍生活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364130" y="2405925"/>
                <a:ext cx="3463852" cy="7576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我住在松苑宿舍，宿舍干净整洁，配备了空调和独立卫浴，舍友们来自五湖四海，相处融洽。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4218527" y="4900618"/>
              <a:ext cx="5358081" cy="1209298"/>
              <a:chOff x="4364130" y="1954300"/>
              <a:chExt cx="3953785" cy="1209298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4364130" y="1954300"/>
                <a:ext cx="3953784" cy="451624"/>
              </a:xfrm>
              <a:prstGeom prst="roundRect">
                <a:avLst>
                  <a:gd name="adj" fmla="val 0"/>
                </a:avLst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报到流程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64130" y="2405925"/>
                <a:ext cx="3953785" cy="7576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从录取通知书查询到宿舍分配，再到学院报到，整个流程井然有序，学长学姐的指引让一切都很顺利。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1765112" y="2435594"/>
              <a:ext cx="2953426" cy="3369391"/>
              <a:chOff x="695258" y="2017420"/>
              <a:chExt cx="2953426" cy="3369391"/>
            </a:xfrm>
          </p:grpSpPr>
          <p:sp>
            <p:nvSpPr>
              <p:cNvPr id="18" name="AutoShape 18"/>
              <p:cNvSpPr/>
              <p:nvPr/>
            </p:nvSpPr>
            <p:spPr>
              <a:xfrm>
                <a:off x="695258" y="2130319"/>
                <a:ext cx="2953426" cy="803734"/>
              </a:xfrm>
              <a:custGeom>
                <a:avLst/>
                <a:gdLst/>
                <a:ahLst/>
                <a:cxnLst/>
                <a:rect l="l" t="t" r="r" b="b"/>
                <a:pathLst>
                  <a:path w="2430636" h="606970">
                    <a:moveTo>
                      <a:pt x="1107916" y="1"/>
                    </a:moveTo>
                    <a:cubicBezTo>
                      <a:pt x="1401956" y="-16"/>
                      <a:pt x="1742184" y="18379"/>
                      <a:pt x="2091743" y="75256"/>
                    </a:cubicBezTo>
                    <a:cubicBezTo>
                      <a:pt x="2260199" y="103261"/>
                      <a:pt x="2392045" y="194930"/>
                      <a:pt x="2421997" y="304880"/>
                    </a:cubicBezTo>
                    <a:cubicBezTo>
                      <a:pt x="2424043" y="312482"/>
                      <a:pt x="2425763" y="321003"/>
                      <a:pt x="2427348" y="328248"/>
                    </a:cubicBezTo>
                    <a:cubicBezTo>
                      <a:pt x="2455879" y="475298"/>
                      <a:pt x="2295613" y="599971"/>
                      <a:pt x="2069336" y="606691"/>
                    </a:cubicBezTo>
                    <a:cubicBezTo>
                      <a:pt x="2045877" y="607387"/>
                      <a:pt x="2022188" y="606783"/>
                      <a:pt x="1998564" y="604859"/>
                    </a:cubicBezTo>
                    <a:cubicBezTo>
                      <a:pt x="1644818" y="576120"/>
                      <a:pt x="1045092" y="543709"/>
                      <a:pt x="504221" y="593832"/>
                    </a:cubicBezTo>
                    <a:cubicBezTo>
                      <a:pt x="315810" y="611303"/>
                      <a:pt x="113921" y="546103"/>
                      <a:pt x="35179" y="428820"/>
                    </a:cubicBezTo>
                    <a:cubicBezTo>
                      <a:pt x="-3455" y="371333"/>
                      <a:pt x="-10506" y="308492"/>
                      <a:pt x="15207" y="251296"/>
                    </a:cubicBezTo>
                    <a:cubicBezTo>
                      <a:pt x="66342" y="135458"/>
                      <a:pt x="214732" y="52403"/>
                      <a:pt x="401220" y="35221"/>
                    </a:cubicBezTo>
                    <a:cubicBezTo>
                      <a:pt x="566024" y="18449"/>
                      <a:pt x="813876" y="19"/>
                      <a:pt x="1107916" y="1"/>
                    </a:cubicBezTo>
                    <a:close/>
                  </a:path>
                </a:pathLst>
              </a:custGeom>
              <a:solidFill>
                <a:srgbClr val="FFC629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1166570" y="3297151"/>
                <a:ext cx="2010802" cy="803734"/>
              </a:xfrm>
              <a:custGeom>
                <a:avLst/>
                <a:gdLst/>
                <a:ahLst/>
                <a:cxnLst/>
                <a:rect l="l" t="t" r="r" b="b"/>
                <a:pathLst>
                  <a:path w="2430636" h="606970">
                    <a:moveTo>
                      <a:pt x="1107916" y="1"/>
                    </a:moveTo>
                    <a:cubicBezTo>
                      <a:pt x="1401956" y="-16"/>
                      <a:pt x="1742184" y="18379"/>
                      <a:pt x="2091743" y="75256"/>
                    </a:cubicBezTo>
                    <a:cubicBezTo>
                      <a:pt x="2260199" y="103261"/>
                      <a:pt x="2392045" y="194930"/>
                      <a:pt x="2421997" y="304880"/>
                    </a:cubicBezTo>
                    <a:cubicBezTo>
                      <a:pt x="2424043" y="312482"/>
                      <a:pt x="2425763" y="321003"/>
                      <a:pt x="2427348" y="328248"/>
                    </a:cubicBezTo>
                    <a:cubicBezTo>
                      <a:pt x="2455879" y="475298"/>
                      <a:pt x="2295613" y="599971"/>
                      <a:pt x="2069336" y="606691"/>
                    </a:cubicBezTo>
                    <a:cubicBezTo>
                      <a:pt x="2045877" y="607387"/>
                      <a:pt x="2022188" y="606783"/>
                      <a:pt x="1998564" y="604859"/>
                    </a:cubicBezTo>
                    <a:cubicBezTo>
                      <a:pt x="1644818" y="576120"/>
                      <a:pt x="1045092" y="543709"/>
                      <a:pt x="504221" y="593832"/>
                    </a:cubicBezTo>
                    <a:cubicBezTo>
                      <a:pt x="315810" y="611303"/>
                      <a:pt x="113921" y="546103"/>
                      <a:pt x="35179" y="428820"/>
                    </a:cubicBezTo>
                    <a:cubicBezTo>
                      <a:pt x="-3455" y="371333"/>
                      <a:pt x="-10506" y="308492"/>
                      <a:pt x="15207" y="251296"/>
                    </a:cubicBezTo>
                    <a:cubicBezTo>
                      <a:pt x="66342" y="135458"/>
                      <a:pt x="214732" y="52403"/>
                      <a:pt x="401220" y="35221"/>
                    </a:cubicBezTo>
                    <a:cubicBezTo>
                      <a:pt x="566024" y="18449"/>
                      <a:pt x="813876" y="19"/>
                      <a:pt x="1107916" y="1"/>
                    </a:cubicBezTo>
                    <a:close/>
                  </a:path>
                </a:pathLst>
              </a:custGeom>
              <a:solidFill>
                <a:srgbClr val="2A3A4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1470650" y="4463984"/>
                <a:ext cx="1402640" cy="602101"/>
              </a:xfrm>
              <a:custGeom>
                <a:avLst/>
                <a:gdLst/>
                <a:ahLst/>
                <a:cxnLst/>
                <a:rect l="l" t="t" r="r" b="b"/>
                <a:pathLst>
                  <a:path w="2430636" h="606970">
                    <a:moveTo>
                      <a:pt x="1107916" y="1"/>
                    </a:moveTo>
                    <a:cubicBezTo>
                      <a:pt x="1401956" y="-16"/>
                      <a:pt x="1742184" y="18379"/>
                      <a:pt x="2091743" y="75256"/>
                    </a:cubicBezTo>
                    <a:cubicBezTo>
                      <a:pt x="2260199" y="103261"/>
                      <a:pt x="2392045" y="194930"/>
                      <a:pt x="2421997" y="304880"/>
                    </a:cubicBezTo>
                    <a:cubicBezTo>
                      <a:pt x="2424043" y="312482"/>
                      <a:pt x="2425763" y="321003"/>
                      <a:pt x="2427348" y="328248"/>
                    </a:cubicBezTo>
                    <a:cubicBezTo>
                      <a:pt x="2455879" y="475298"/>
                      <a:pt x="2295613" y="599971"/>
                      <a:pt x="2069336" y="606691"/>
                    </a:cubicBezTo>
                    <a:cubicBezTo>
                      <a:pt x="2045877" y="607387"/>
                      <a:pt x="2022188" y="606783"/>
                      <a:pt x="1998564" y="604859"/>
                    </a:cubicBezTo>
                    <a:cubicBezTo>
                      <a:pt x="1644818" y="576120"/>
                      <a:pt x="1045092" y="543709"/>
                      <a:pt x="504221" y="593832"/>
                    </a:cubicBezTo>
                    <a:cubicBezTo>
                      <a:pt x="315810" y="611303"/>
                      <a:pt x="113921" y="546103"/>
                      <a:pt x="35179" y="428820"/>
                    </a:cubicBezTo>
                    <a:cubicBezTo>
                      <a:pt x="-3455" y="371333"/>
                      <a:pt x="-10506" y="308492"/>
                      <a:pt x="15207" y="251296"/>
                    </a:cubicBezTo>
                    <a:cubicBezTo>
                      <a:pt x="66342" y="135458"/>
                      <a:pt x="214732" y="52403"/>
                      <a:pt x="401220" y="35221"/>
                    </a:cubicBezTo>
                    <a:cubicBezTo>
                      <a:pt x="566024" y="18449"/>
                      <a:pt x="813876" y="19"/>
                      <a:pt x="1107916" y="1"/>
                    </a:cubicBezTo>
                    <a:close/>
                  </a:path>
                </a:pathLst>
              </a:custGeom>
              <a:solidFill>
                <a:srgbClr val="FFC629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AutoShape 21"/>
              <p:cNvSpPr/>
              <p:nvPr/>
            </p:nvSpPr>
            <p:spPr>
              <a:xfrm>
                <a:off x="768020" y="2017420"/>
                <a:ext cx="2807902" cy="3369391"/>
              </a:xfrm>
              <a:custGeom>
                <a:avLst/>
                <a:gdLst/>
                <a:ahLst/>
                <a:cxnLst/>
                <a:rect l="l" t="t" r="r" b="b"/>
                <a:pathLst>
                  <a:path w="2456566" h="2994681">
                    <a:moveTo>
                      <a:pt x="159347" y="0"/>
                    </a:moveTo>
                    <a:lnTo>
                      <a:pt x="2297187" y="0"/>
                    </a:lnTo>
                    <a:cubicBezTo>
                      <a:pt x="2409963" y="0"/>
                      <a:pt x="2486932" y="113601"/>
                      <a:pt x="2444948" y="218145"/>
                    </a:cubicBezTo>
                    <a:lnTo>
                      <a:pt x="1376440" y="2894355"/>
                    </a:lnTo>
                    <a:cubicBezTo>
                      <a:pt x="1322934" y="3028123"/>
                      <a:pt x="1134010" y="3028123"/>
                      <a:pt x="1080505" y="2894355"/>
                    </a:cubicBezTo>
                    <a:lnTo>
                      <a:pt x="11582" y="218145"/>
                    </a:lnTo>
                    <a:cubicBezTo>
                      <a:pt x="-30399" y="113601"/>
                      <a:pt x="46982" y="0"/>
                      <a:pt x="159347" y="0"/>
                    </a:cubicBezTo>
                    <a:close/>
                  </a:path>
                </a:pathLst>
              </a:custGeom>
              <a:ln w="1905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 rot="16680000">
                <a:off x="1967249" y="2314170"/>
                <a:ext cx="413403" cy="411776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4559">
                    <a:moveTo>
                      <a:pt x="3681" y="853"/>
                    </a:moveTo>
                    <a:cubicBezTo>
                      <a:pt x="3646" y="813"/>
                      <a:pt x="3610" y="774"/>
                      <a:pt x="3572" y="737"/>
                    </a:cubicBezTo>
                    <a:cubicBezTo>
                      <a:pt x="3131" y="296"/>
                      <a:pt x="2526" y="0"/>
                      <a:pt x="1889" y="108"/>
                    </a:cubicBezTo>
                    <a:cubicBezTo>
                      <a:pt x="1391" y="193"/>
                      <a:pt x="1084" y="569"/>
                      <a:pt x="1109" y="1062"/>
                    </a:cubicBezTo>
                    <a:cubicBezTo>
                      <a:pt x="1116" y="1187"/>
                      <a:pt x="1142" y="1311"/>
                      <a:pt x="1193" y="1426"/>
                    </a:cubicBezTo>
                    <a:cubicBezTo>
                      <a:pt x="1251" y="1556"/>
                      <a:pt x="1366" y="1648"/>
                      <a:pt x="1421" y="1776"/>
                    </a:cubicBezTo>
                    <a:cubicBezTo>
                      <a:pt x="1538" y="2048"/>
                      <a:pt x="1288" y="2226"/>
                      <a:pt x="1047" y="2226"/>
                    </a:cubicBezTo>
                    <a:cubicBezTo>
                      <a:pt x="416" y="2191"/>
                      <a:pt x="0" y="2912"/>
                      <a:pt x="202" y="3462"/>
                    </a:cubicBezTo>
                    <a:cubicBezTo>
                      <a:pt x="384" y="3961"/>
                      <a:pt x="998" y="4300"/>
                      <a:pt x="1483" y="4421"/>
                    </a:cubicBezTo>
                    <a:cubicBezTo>
                      <a:pt x="2035" y="4559"/>
                      <a:pt x="2632" y="4476"/>
                      <a:pt x="3124" y="4190"/>
                    </a:cubicBezTo>
                    <a:cubicBezTo>
                      <a:pt x="4295" y="3508"/>
                      <a:pt x="4569" y="1878"/>
                      <a:pt x="3681" y="853"/>
                    </a:cubicBezTo>
                    <a:close/>
                    <a:moveTo>
                      <a:pt x="1858" y="3965"/>
                    </a:moveTo>
                    <a:cubicBezTo>
                      <a:pt x="1681" y="3965"/>
                      <a:pt x="1538" y="3821"/>
                      <a:pt x="1538" y="3645"/>
                    </a:cubicBezTo>
                    <a:cubicBezTo>
                      <a:pt x="1538" y="3468"/>
                      <a:pt x="1681" y="3325"/>
                      <a:pt x="1858" y="3325"/>
                    </a:cubicBezTo>
                    <a:cubicBezTo>
                      <a:pt x="2035" y="3325"/>
                      <a:pt x="2178" y="3468"/>
                      <a:pt x="2178" y="3645"/>
                    </a:cubicBezTo>
                    <a:cubicBezTo>
                      <a:pt x="2178" y="3821"/>
                      <a:pt x="2035" y="3965"/>
                      <a:pt x="1858" y="3965"/>
                    </a:cubicBezTo>
                    <a:close/>
                    <a:moveTo>
                      <a:pt x="2513" y="1185"/>
                    </a:moveTo>
                    <a:cubicBezTo>
                      <a:pt x="2513" y="1008"/>
                      <a:pt x="2656" y="865"/>
                      <a:pt x="2833" y="865"/>
                    </a:cubicBezTo>
                    <a:cubicBezTo>
                      <a:pt x="3009" y="865"/>
                      <a:pt x="3153" y="1008"/>
                      <a:pt x="3153" y="1185"/>
                    </a:cubicBezTo>
                    <a:cubicBezTo>
                      <a:pt x="3153" y="1361"/>
                      <a:pt x="3009" y="1505"/>
                      <a:pt x="2833" y="1505"/>
                    </a:cubicBezTo>
                    <a:cubicBezTo>
                      <a:pt x="2656" y="1505"/>
                      <a:pt x="2513" y="1361"/>
                      <a:pt x="2513" y="1185"/>
                    </a:cubicBezTo>
                    <a:close/>
                    <a:moveTo>
                      <a:pt x="2973" y="3578"/>
                    </a:moveTo>
                    <a:cubicBezTo>
                      <a:pt x="2796" y="3578"/>
                      <a:pt x="2653" y="3435"/>
                      <a:pt x="2653" y="3258"/>
                    </a:cubicBezTo>
                    <a:cubicBezTo>
                      <a:pt x="2653" y="3081"/>
                      <a:pt x="2796" y="2938"/>
                      <a:pt x="2973" y="2938"/>
                    </a:cubicBezTo>
                    <a:cubicBezTo>
                      <a:pt x="3149" y="2938"/>
                      <a:pt x="3293" y="3081"/>
                      <a:pt x="3293" y="3258"/>
                    </a:cubicBezTo>
                    <a:cubicBezTo>
                      <a:pt x="3293" y="3435"/>
                      <a:pt x="3149" y="3578"/>
                      <a:pt x="2973" y="3578"/>
                    </a:cubicBezTo>
                    <a:close/>
                    <a:moveTo>
                      <a:pt x="3393" y="2511"/>
                    </a:moveTo>
                    <a:cubicBezTo>
                      <a:pt x="3216" y="2511"/>
                      <a:pt x="3073" y="2368"/>
                      <a:pt x="3073" y="2191"/>
                    </a:cubicBezTo>
                    <a:cubicBezTo>
                      <a:pt x="3073" y="2015"/>
                      <a:pt x="3216" y="1871"/>
                      <a:pt x="3393" y="1871"/>
                    </a:cubicBezTo>
                    <a:cubicBezTo>
                      <a:pt x="3569" y="1871"/>
                      <a:pt x="3713" y="2015"/>
                      <a:pt x="3713" y="2191"/>
                    </a:cubicBezTo>
                    <a:cubicBezTo>
                      <a:pt x="3713" y="2368"/>
                      <a:pt x="3569" y="2511"/>
                      <a:pt x="3393" y="251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>
                <a:off x="2013906" y="3535749"/>
                <a:ext cx="316127" cy="311248"/>
              </a:xfrm>
              <a:custGeom>
                <a:avLst/>
                <a:gdLst/>
                <a:ahLst/>
                <a:cxnLst/>
                <a:rect l="l" t="t" r="r" b="b"/>
                <a:pathLst>
                  <a:path w="607639" h="598264">
                    <a:moveTo>
                      <a:pt x="436800" y="516690"/>
                    </a:moveTo>
                    <a:lnTo>
                      <a:pt x="607639" y="516690"/>
                    </a:lnTo>
                    <a:lnTo>
                      <a:pt x="607639" y="577115"/>
                    </a:lnTo>
                    <a:cubicBezTo>
                      <a:pt x="607639" y="588756"/>
                      <a:pt x="598113" y="598264"/>
                      <a:pt x="586451" y="598264"/>
                    </a:cubicBezTo>
                    <a:lnTo>
                      <a:pt x="457988" y="598264"/>
                    </a:lnTo>
                    <a:cubicBezTo>
                      <a:pt x="446237" y="598264"/>
                      <a:pt x="436800" y="588756"/>
                      <a:pt x="436800" y="577115"/>
                    </a:cubicBezTo>
                    <a:close/>
                    <a:moveTo>
                      <a:pt x="218400" y="516690"/>
                    </a:moveTo>
                    <a:lnTo>
                      <a:pt x="389239" y="516690"/>
                    </a:lnTo>
                    <a:lnTo>
                      <a:pt x="389239" y="577115"/>
                    </a:lnTo>
                    <a:cubicBezTo>
                      <a:pt x="389239" y="588756"/>
                      <a:pt x="379713" y="598264"/>
                      <a:pt x="368051" y="598264"/>
                    </a:cubicBezTo>
                    <a:lnTo>
                      <a:pt x="239588" y="598264"/>
                    </a:lnTo>
                    <a:cubicBezTo>
                      <a:pt x="227926" y="598264"/>
                      <a:pt x="218400" y="588756"/>
                      <a:pt x="218400" y="577115"/>
                    </a:cubicBezTo>
                    <a:close/>
                    <a:moveTo>
                      <a:pt x="0" y="516690"/>
                    </a:moveTo>
                    <a:lnTo>
                      <a:pt x="170768" y="516690"/>
                    </a:lnTo>
                    <a:lnTo>
                      <a:pt x="170768" y="577115"/>
                    </a:lnTo>
                    <a:cubicBezTo>
                      <a:pt x="170768" y="588756"/>
                      <a:pt x="161246" y="598264"/>
                      <a:pt x="149589" y="598264"/>
                    </a:cubicBezTo>
                    <a:lnTo>
                      <a:pt x="21179" y="598264"/>
                    </a:lnTo>
                    <a:cubicBezTo>
                      <a:pt x="9522" y="598264"/>
                      <a:pt x="0" y="588756"/>
                      <a:pt x="0" y="577115"/>
                    </a:cubicBezTo>
                    <a:close/>
                    <a:moveTo>
                      <a:pt x="218400" y="228572"/>
                    </a:moveTo>
                    <a:lnTo>
                      <a:pt x="389239" y="228572"/>
                    </a:lnTo>
                    <a:lnTo>
                      <a:pt x="389239" y="474351"/>
                    </a:lnTo>
                    <a:lnTo>
                      <a:pt x="218400" y="474351"/>
                    </a:lnTo>
                    <a:close/>
                    <a:moveTo>
                      <a:pt x="436800" y="228501"/>
                    </a:moveTo>
                    <a:lnTo>
                      <a:pt x="607639" y="228501"/>
                    </a:lnTo>
                    <a:lnTo>
                      <a:pt x="607639" y="474351"/>
                    </a:lnTo>
                    <a:lnTo>
                      <a:pt x="436800" y="474351"/>
                    </a:lnTo>
                    <a:close/>
                    <a:moveTo>
                      <a:pt x="0" y="228501"/>
                    </a:moveTo>
                    <a:lnTo>
                      <a:pt x="170768" y="228501"/>
                    </a:lnTo>
                    <a:lnTo>
                      <a:pt x="170768" y="474351"/>
                    </a:lnTo>
                    <a:lnTo>
                      <a:pt x="0" y="474351"/>
                    </a:lnTo>
                    <a:close/>
                    <a:moveTo>
                      <a:pt x="436800" y="146927"/>
                    </a:moveTo>
                    <a:lnTo>
                      <a:pt x="607639" y="146927"/>
                    </a:lnTo>
                    <a:lnTo>
                      <a:pt x="607639" y="186161"/>
                    </a:lnTo>
                    <a:lnTo>
                      <a:pt x="436800" y="186161"/>
                    </a:lnTo>
                    <a:close/>
                    <a:moveTo>
                      <a:pt x="218400" y="146927"/>
                    </a:moveTo>
                    <a:lnTo>
                      <a:pt x="389239" y="146927"/>
                    </a:lnTo>
                    <a:lnTo>
                      <a:pt x="389239" y="186161"/>
                    </a:lnTo>
                    <a:lnTo>
                      <a:pt x="218400" y="186161"/>
                    </a:lnTo>
                    <a:close/>
                    <a:moveTo>
                      <a:pt x="0" y="146927"/>
                    </a:moveTo>
                    <a:lnTo>
                      <a:pt x="170768" y="146927"/>
                    </a:lnTo>
                    <a:lnTo>
                      <a:pt x="170768" y="186161"/>
                    </a:lnTo>
                    <a:lnTo>
                      <a:pt x="0" y="186161"/>
                    </a:lnTo>
                    <a:close/>
                    <a:moveTo>
                      <a:pt x="303775" y="65"/>
                    </a:moveTo>
                    <a:cubicBezTo>
                      <a:pt x="316478" y="54"/>
                      <a:pt x="329181" y="6520"/>
                      <a:pt x="335989" y="19450"/>
                    </a:cubicBezTo>
                    <a:lnTo>
                      <a:pt x="380841" y="104588"/>
                    </a:lnTo>
                    <a:lnTo>
                      <a:pt x="226797" y="104588"/>
                    </a:lnTo>
                    <a:lnTo>
                      <a:pt x="271560" y="19539"/>
                    </a:lnTo>
                    <a:cubicBezTo>
                      <a:pt x="278368" y="6564"/>
                      <a:pt x="291071" y="77"/>
                      <a:pt x="303775" y="65"/>
                    </a:cubicBezTo>
                    <a:close/>
                    <a:moveTo>
                      <a:pt x="85375" y="65"/>
                    </a:moveTo>
                    <a:cubicBezTo>
                      <a:pt x="98078" y="54"/>
                      <a:pt x="110782" y="6520"/>
                      <a:pt x="117589" y="19450"/>
                    </a:cubicBezTo>
                    <a:lnTo>
                      <a:pt x="162441" y="104588"/>
                    </a:lnTo>
                    <a:lnTo>
                      <a:pt x="8397" y="104588"/>
                    </a:lnTo>
                    <a:lnTo>
                      <a:pt x="53160" y="19539"/>
                    </a:lnTo>
                    <a:cubicBezTo>
                      <a:pt x="59968" y="6564"/>
                      <a:pt x="72671" y="77"/>
                      <a:pt x="85375" y="65"/>
                    </a:cubicBezTo>
                    <a:close/>
                    <a:moveTo>
                      <a:pt x="522117" y="0"/>
                    </a:moveTo>
                    <a:cubicBezTo>
                      <a:pt x="534822" y="-44"/>
                      <a:pt x="547549" y="6401"/>
                      <a:pt x="554403" y="19424"/>
                    </a:cubicBezTo>
                    <a:lnTo>
                      <a:pt x="599171" y="104588"/>
                    </a:lnTo>
                    <a:lnTo>
                      <a:pt x="445197" y="104588"/>
                    </a:lnTo>
                    <a:lnTo>
                      <a:pt x="489965" y="19513"/>
                    </a:lnTo>
                    <a:cubicBezTo>
                      <a:pt x="496730" y="6579"/>
                      <a:pt x="509412" y="45"/>
                      <a:pt x="522117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>
                <a:off x="1971825" y="4558332"/>
                <a:ext cx="400288" cy="413403"/>
              </a:xfrm>
              <a:custGeom>
                <a:avLst/>
                <a:gdLst/>
                <a:ahLst/>
                <a:cxnLst/>
                <a:rect l="l" t="t" r="r" b="b"/>
                <a:pathLst>
                  <a:path w="587513" h="606761">
                    <a:moveTo>
                      <a:pt x="179184" y="415650"/>
                    </a:moveTo>
                    <a:cubicBezTo>
                      <a:pt x="183743" y="414133"/>
                      <a:pt x="188302" y="414892"/>
                      <a:pt x="191342" y="417926"/>
                    </a:cubicBezTo>
                    <a:lnTo>
                      <a:pt x="297727" y="524126"/>
                    </a:lnTo>
                    <a:cubicBezTo>
                      <a:pt x="289368" y="528677"/>
                      <a:pt x="278730" y="533987"/>
                      <a:pt x="270371" y="537021"/>
                    </a:cubicBezTo>
                    <a:lnTo>
                      <a:pt x="243015" y="548400"/>
                    </a:lnTo>
                    <a:lnTo>
                      <a:pt x="124471" y="430063"/>
                    </a:lnTo>
                    <a:lnTo>
                      <a:pt x="142709" y="428546"/>
                    </a:lnTo>
                    <a:lnTo>
                      <a:pt x="144229" y="428546"/>
                    </a:lnTo>
                    <a:cubicBezTo>
                      <a:pt x="154107" y="427029"/>
                      <a:pt x="165506" y="423236"/>
                      <a:pt x="179184" y="415650"/>
                    </a:cubicBezTo>
                    <a:close/>
                    <a:moveTo>
                      <a:pt x="38731" y="397457"/>
                    </a:moveTo>
                    <a:cubicBezTo>
                      <a:pt x="42528" y="393664"/>
                      <a:pt x="49363" y="393664"/>
                      <a:pt x="53160" y="397457"/>
                    </a:cubicBezTo>
                    <a:lnTo>
                      <a:pt x="78222" y="422494"/>
                    </a:lnTo>
                    <a:cubicBezTo>
                      <a:pt x="96448" y="440703"/>
                      <a:pt x="96448" y="469533"/>
                      <a:pt x="78222" y="487741"/>
                    </a:cubicBezTo>
                    <a:cubicBezTo>
                      <a:pt x="69868" y="496087"/>
                      <a:pt x="58476" y="500639"/>
                      <a:pt x="46325" y="500639"/>
                    </a:cubicBezTo>
                    <a:cubicBezTo>
                      <a:pt x="33415" y="500639"/>
                      <a:pt x="22024" y="496087"/>
                      <a:pt x="13669" y="487741"/>
                    </a:cubicBezTo>
                    <a:cubicBezTo>
                      <a:pt x="-4557" y="469533"/>
                      <a:pt x="-4557" y="440703"/>
                      <a:pt x="13669" y="422494"/>
                    </a:cubicBezTo>
                    <a:close/>
                    <a:moveTo>
                      <a:pt x="238418" y="267733"/>
                    </a:moveTo>
                    <a:cubicBezTo>
                      <a:pt x="228545" y="276835"/>
                      <a:pt x="223228" y="289728"/>
                      <a:pt x="223228" y="303381"/>
                    </a:cubicBezTo>
                    <a:cubicBezTo>
                      <a:pt x="223228" y="317033"/>
                      <a:pt x="228545" y="329926"/>
                      <a:pt x="238418" y="339028"/>
                    </a:cubicBezTo>
                    <a:cubicBezTo>
                      <a:pt x="247532" y="348888"/>
                      <a:pt x="260444" y="354197"/>
                      <a:pt x="274115" y="354197"/>
                    </a:cubicBezTo>
                    <a:cubicBezTo>
                      <a:pt x="287786" y="354197"/>
                      <a:pt x="300697" y="348888"/>
                      <a:pt x="309811" y="339028"/>
                    </a:cubicBezTo>
                    <a:cubicBezTo>
                      <a:pt x="319685" y="329926"/>
                      <a:pt x="325002" y="317033"/>
                      <a:pt x="325002" y="303381"/>
                    </a:cubicBezTo>
                    <a:cubicBezTo>
                      <a:pt x="325002" y="289728"/>
                      <a:pt x="319685" y="276835"/>
                      <a:pt x="309811" y="267733"/>
                    </a:cubicBezTo>
                    <a:lnTo>
                      <a:pt x="295381" y="282144"/>
                    </a:lnTo>
                    <a:cubicBezTo>
                      <a:pt x="301457" y="287453"/>
                      <a:pt x="304495" y="295038"/>
                      <a:pt x="304495" y="303381"/>
                    </a:cubicBezTo>
                    <a:cubicBezTo>
                      <a:pt x="304495" y="311723"/>
                      <a:pt x="301457" y="319308"/>
                      <a:pt x="295381" y="324617"/>
                    </a:cubicBezTo>
                    <a:cubicBezTo>
                      <a:pt x="283988" y="335994"/>
                      <a:pt x="264241" y="335994"/>
                      <a:pt x="252849" y="324617"/>
                    </a:cubicBezTo>
                    <a:cubicBezTo>
                      <a:pt x="246773" y="319308"/>
                      <a:pt x="243735" y="311723"/>
                      <a:pt x="243735" y="303381"/>
                    </a:cubicBezTo>
                    <a:cubicBezTo>
                      <a:pt x="243735" y="295038"/>
                      <a:pt x="246773" y="287453"/>
                      <a:pt x="252849" y="282144"/>
                    </a:cubicBezTo>
                    <a:close/>
                    <a:moveTo>
                      <a:pt x="283988" y="187337"/>
                    </a:moveTo>
                    <a:cubicBezTo>
                      <a:pt x="277912" y="195680"/>
                      <a:pt x="271077" y="203265"/>
                      <a:pt x="264241" y="211608"/>
                    </a:cubicBezTo>
                    <a:lnTo>
                      <a:pt x="264241" y="303381"/>
                    </a:lnTo>
                    <a:lnTo>
                      <a:pt x="283988" y="303381"/>
                    </a:lnTo>
                    <a:close/>
                    <a:moveTo>
                      <a:pt x="411628" y="144867"/>
                    </a:moveTo>
                    <a:lnTo>
                      <a:pt x="521790" y="254835"/>
                    </a:lnTo>
                    <a:lnTo>
                      <a:pt x="520271" y="291996"/>
                    </a:lnTo>
                    <a:cubicBezTo>
                      <a:pt x="516472" y="310197"/>
                      <a:pt x="500518" y="335983"/>
                      <a:pt x="476966" y="361010"/>
                    </a:cubicBezTo>
                    <a:lnTo>
                      <a:pt x="369082" y="254076"/>
                    </a:lnTo>
                    <a:cubicBezTo>
                      <a:pt x="363764" y="248767"/>
                      <a:pt x="363764" y="240425"/>
                      <a:pt x="369082" y="235116"/>
                    </a:cubicBezTo>
                    <a:cubicBezTo>
                      <a:pt x="391115" y="208572"/>
                      <a:pt x="405550" y="182787"/>
                      <a:pt x="408589" y="163827"/>
                    </a:cubicBezTo>
                    <a:close/>
                    <a:moveTo>
                      <a:pt x="264241" y="92531"/>
                    </a:moveTo>
                    <a:cubicBezTo>
                      <a:pt x="235380" y="109217"/>
                      <a:pt x="198165" y="137280"/>
                      <a:pt x="157911" y="177478"/>
                    </a:cubicBezTo>
                    <a:cubicBezTo>
                      <a:pt x="74365" y="260907"/>
                      <a:pt x="47783" y="324617"/>
                      <a:pt x="57656" y="334477"/>
                    </a:cubicBezTo>
                    <a:cubicBezTo>
                      <a:pt x="59175" y="335994"/>
                      <a:pt x="60694" y="335994"/>
                      <a:pt x="62213" y="335994"/>
                    </a:cubicBezTo>
                    <a:cubicBezTo>
                      <a:pt x="62973" y="335994"/>
                      <a:pt x="63732" y="335994"/>
                      <a:pt x="64492" y="335994"/>
                    </a:cubicBezTo>
                    <a:cubicBezTo>
                      <a:pt x="88796" y="335994"/>
                      <a:pt x="148037" y="301105"/>
                      <a:pt x="214874" y="234361"/>
                    </a:cubicBezTo>
                    <a:cubicBezTo>
                      <a:pt x="220190" y="229811"/>
                      <a:pt x="224747" y="225260"/>
                      <a:pt x="229304" y="219951"/>
                    </a:cubicBezTo>
                    <a:cubicBezTo>
                      <a:pt x="231583" y="217676"/>
                      <a:pt x="234621" y="214642"/>
                      <a:pt x="236899" y="211608"/>
                    </a:cubicBezTo>
                    <a:cubicBezTo>
                      <a:pt x="238418" y="210091"/>
                      <a:pt x="239937" y="208574"/>
                      <a:pt x="241456" y="206299"/>
                    </a:cubicBezTo>
                    <a:cubicBezTo>
                      <a:pt x="244494" y="203265"/>
                      <a:pt x="247532" y="199473"/>
                      <a:pt x="250570" y="196439"/>
                    </a:cubicBezTo>
                    <a:cubicBezTo>
                      <a:pt x="251330" y="194922"/>
                      <a:pt x="252849" y="194164"/>
                      <a:pt x="253608" y="192647"/>
                    </a:cubicBezTo>
                    <a:cubicBezTo>
                      <a:pt x="256646" y="189613"/>
                      <a:pt x="258925" y="186579"/>
                      <a:pt x="261963" y="182787"/>
                    </a:cubicBezTo>
                    <a:cubicBezTo>
                      <a:pt x="262722" y="182028"/>
                      <a:pt x="263482" y="181270"/>
                      <a:pt x="264241" y="180511"/>
                    </a:cubicBezTo>
                    <a:close/>
                    <a:moveTo>
                      <a:pt x="309052" y="75087"/>
                    </a:moveTo>
                    <a:cubicBezTo>
                      <a:pt x="302976" y="75087"/>
                      <a:pt x="294621" y="77362"/>
                      <a:pt x="283988" y="81913"/>
                    </a:cubicBezTo>
                    <a:lnTo>
                      <a:pt x="283988" y="153207"/>
                    </a:lnTo>
                    <a:cubicBezTo>
                      <a:pt x="284748" y="152449"/>
                      <a:pt x="284748" y="152449"/>
                      <a:pt x="285507" y="151690"/>
                    </a:cubicBezTo>
                    <a:cubicBezTo>
                      <a:pt x="286267" y="150173"/>
                      <a:pt x="287026" y="149415"/>
                      <a:pt x="287786" y="148656"/>
                    </a:cubicBezTo>
                    <a:cubicBezTo>
                      <a:pt x="299178" y="131212"/>
                      <a:pt x="306773" y="116802"/>
                      <a:pt x="312090" y="104666"/>
                    </a:cubicBezTo>
                    <a:cubicBezTo>
                      <a:pt x="318166" y="88739"/>
                      <a:pt x="318166" y="79637"/>
                      <a:pt x="315128" y="77362"/>
                    </a:cubicBezTo>
                    <a:cubicBezTo>
                      <a:pt x="313609" y="75845"/>
                      <a:pt x="310571" y="75087"/>
                      <a:pt x="309052" y="75087"/>
                    </a:cubicBezTo>
                    <a:close/>
                    <a:moveTo>
                      <a:pt x="208038" y="20478"/>
                    </a:moveTo>
                    <a:cubicBezTo>
                      <a:pt x="177658" y="20478"/>
                      <a:pt x="152594" y="45507"/>
                      <a:pt x="152594" y="75845"/>
                    </a:cubicBezTo>
                    <a:lnTo>
                      <a:pt x="152594" y="153966"/>
                    </a:lnTo>
                    <a:cubicBezTo>
                      <a:pt x="192088" y="116043"/>
                      <a:pt x="231583" y="86463"/>
                      <a:pt x="263482" y="69778"/>
                    </a:cubicBezTo>
                    <a:cubicBezTo>
                      <a:pt x="260444" y="41715"/>
                      <a:pt x="236899" y="20478"/>
                      <a:pt x="208038" y="20478"/>
                    </a:cubicBezTo>
                    <a:close/>
                    <a:moveTo>
                      <a:pt x="208038" y="0"/>
                    </a:moveTo>
                    <a:cubicBezTo>
                      <a:pt x="245254" y="0"/>
                      <a:pt x="275634" y="26546"/>
                      <a:pt x="282469" y="61435"/>
                    </a:cubicBezTo>
                    <a:cubicBezTo>
                      <a:pt x="293102" y="57642"/>
                      <a:pt x="301457" y="55367"/>
                      <a:pt x="309052" y="55367"/>
                    </a:cubicBezTo>
                    <a:cubicBezTo>
                      <a:pt x="317407" y="55367"/>
                      <a:pt x="325002" y="57642"/>
                      <a:pt x="329559" y="62951"/>
                    </a:cubicBezTo>
                    <a:lnTo>
                      <a:pt x="394116" y="127420"/>
                    </a:lnTo>
                    <a:lnTo>
                      <a:pt x="388800" y="160033"/>
                    </a:lnTo>
                    <a:cubicBezTo>
                      <a:pt x="386521" y="175961"/>
                      <a:pt x="372850" y="198714"/>
                      <a:pt x="353103" y="221468"/>
                    </a:cubicBezTo>
                    <a:cubicBezTo>
                      <a:pt x="341711" y="235878"/>
                      <a:pt x="342470" y="255598"/>
                      <a:pt x="354622" y="267733"/>
                    </a:cubicBezTo>
                    <a:lnTo>
                      <a:pt x="462472" y="375433"/>
                    </a:lnTo>
                    <a:cubicBezTo>
                      <a:pt x="466269" y="379226"/>
                      <a:pt x="471586" y="381501"/>
                      <a:pt x="476902" y="381501"/>
                    </a:cubicBezTo>
                    <a:cubicBezTo>
                      <a:pt x="482978" y="381501"/>
                      <a:pt x="487535" y="379226"/>
                      <a:pt x="491333" y="374675"/>
                    </a:cubicBezTo>
                    <a:cubicBezTo>
                      <a:pt x="518675" y="345854"/>
                      <a:pt x="536143" y="317033"/>
                      <a:pt x="539941" y="295038"/>
                    </a:cubicBezTo>
                    <a:lnTo>
                      <a:pt x="540700" y="273801"/>
                    </a:lnTo>
                    <a:lnTo>
                      <a:pt x="580195" y="313240"/>
                    </a:lnTo>
                    <a:cubicBezTo>
                      <a:pt x="608296" y="341303"/>
                      <a:pt x="551333" y="427767"/>
                      <a:pt x="479940" y="499061"/>
                    </a:cubicBezTo>
                    <a:cubicBezTo>
                      <a:pt x="415382" y="563529"/>
                      <a:pt x="349306" y="606761"/>
                      <a:pt x="314368" y="606761"/>
                    </a:cubicBezTo>
                    <a:cubicBezTo>
                      <a:pt x="306014" y="606761"/>
                      <a:pt x="299178" y="604486"/>
                      <a:pt x="293862" y="599177"/>
                    </a:cubicBezTo>
                    <a:lnTo>
                      <a:pt x="258165" y="563529"/>
                    </a:lnTo>
                    <a:lnTo>
                      <a:pt x="277153" y="555945"/>
                    </a:lnTo>
                    <a:cubicBezTo>
                      <a:pt x="284748" y="553669"/>
                      <a:pt x="293862" y="549119"/>
                      <a:pt x="307533" y="541534"/>
                    </a:cubicBezTo>
                    <a:cubicBezTo>
                      <a:pt x="313609" y="538500"/>
                      <a:pt x="317407" y="532433"/>
                      <a:pt x="318166" y="526365"/>
                    </a:cubicBezTo>
                    <a:cubicBezTo>
                      <a:pt x="318926" y="520298"/>
                      <a:pt x="316647" y="513472"/>
                      <a:pt x="312090" y="508921"/>
                    </a:cubicBezTo>
                    <a:lnTo>
                      <a:pt x="205760" y="403496"/>
                    </a:lnTo>
                    <a:cubicBezTo>
                      <a:pt x="196646" y="394395"/>
                      <a:pt x="182215" y="392119"/>
                      <a:pt x="170063" y="398187"/>
                    </a:cubicBezTo>
                    <a:cubicBezTo>
                      <a:pt x="158670" y="403496"/>
                      <a:pt x="148797" y="407288"/>
                      <a:pt x="141202" y="408805"/>
                    </a:cubicBezTo>
                    <a:lnTo>
                      <a:pt x="104746" y="410322"/>
                    </a:lnTo>
                    <a:lnTo>
                      <a:pt x="43226" y="348888"/>
                    </a:lnTo>
                    <a:cubicBezTo>
                      <a:pt x="16643" y="322342"/>
                      <a:pt x="66770" y="243463"/>
                      <a:pt x="132088" y="174444"/>
                    </a:cubicBezTo>
                    <a:lnTo>
                      <a:pt x="132088" y="75845"/>
                    </a:lnTo>
                    <a:cubicBezTo>
                      <a:pt x="132088" y="34130"/>
                      <a:pt x="166265" y="0"/>
                      <a:pt x="208038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新生报到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b8bd8a5-fca1-4ca3-9843-24c3026fb5f7"/>
          <p:cNvGrpSpPr/>
          <p:nvPr/>
        </p:nvGrpSpPr>
        <p:grpSpPr>
          <a:xfrm rot="0">
            <a:off x="0" y="0"/>
            <a:ext cx="12192001" cy="6858000"/>
            <a:chOff x="0" y="0"/>
            <a:chExt cx="12192001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C629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">
              <a:alphaModFix amt="100000"/>
            </a:blip>
            <a:srcRect l="63039" t="3187" r="7149" b="7165"/>
            <a:stretch>
              <a:fillRect/>
            </a:stretch>
          </p:blipFill>
          <p:spPr>
            <a:xfrm>
              <a:off x="8652078" y="0"/>
              <a:ext cx="3539923" cy="685800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AutoShape 5"/>
            <p:cNvSpPr/>
            <p:nvPr/>
          </p:nvSpPr>
          <p:spPr>
            <a:xfrm>
              <a:off x="819793" y="0"/>
              <a:ext cx="10552414" cy="6858000"/>
            </a:xfrm>
            <a:custGeom>
              <a:avLst/>
              <a:gdLst/>
              <a:ahLst/>
              <a:cxnLst/>
              <a:rect l="l" t="t" r="r" b="b"/>
              <a:pathLst>
                <a:path w="10858500" h="6858000">
                  <a:moveTo>
                    <a:pt x="1145024" y="0"/>
                  </a:moveTo>
                  <a:lnTo>
                    <a:pt x="9713477" y="0"/>
                  </a:lnTo>
                  <a:lnTo>
                    <a:pt x="9779900" y="86962"/>
                  </a:lnTo>
                  <a:cubicBezTo>
                    <a:pt x="10457330" y="1018902"/>
                    <a:pt x="10858500" y="2175752"/>
                    <a:pt x="10858500" y="3429001"/>
                  </a:cubicBezTo>
                  <a:cubicBezTo>
                    <a:pt x="10858500" y="4682250"/>
                    <a:pt x="10457330" y="5839100"/>
                    <a:pt x="9779900" y="6771040"/>
                  </a:cubicBezTo>
                  <a:lnTo>
                    <a:pt x="9713478" y="6858000"/>
                  </a:lnTo>
                  <a:lnTo>
                    <a:pt x="1145022" y="6858000"/>
                  </a:lnTo>
                  <a:lnTo>
                    <a:pt x="1078600" y="6771040"/>
                  </a:lnTo>
                  <a:cubicBezTo>
                    <a:pt x="401170" y="5839100"/>
                    <a:pt x="0" y="4682250"/>
                    <a:pt x="0" y="3429001"/>
                  </a:cubicBezTo>
                  <a:cubicBezTo>
                    <a:pt x="0" y="2175752"/>
                    <a:pt x="401170" y="1018902"/>
                    <a:pt x="1078600" y="8696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17894" y="1130300"/>
              <a:ext cx="5081286" cy="102527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课堂上，我汲取专业知识；课堂外，我参与社团活动，锻炼能力，结识朋友。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5717894" y="2264389"/>
              <a:ext cx="4928912" cy="1209298"/>
              <a:chOff x="4364130" y="1954300"/>
              <a:chExt cx="3093662" cy="120929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4364130" y="1954300"/>
                <a:ext cx="3093662" cy="451624"/>
              </a:xfrm>
              <a:prstGeom prst="roundRect">
                <a:avLst>
                  <a:gd name="adj" fmla="val 0"/>
                </a:avLst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专业学习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364130" y="2405925"/>
                <a:ext cx="3093662" cy="7576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我就读于计算机学院，老师们不仅传授理论知识，更注重培养我们的编程实践能力和创新思维。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5717894" y="3582504"/>
              <a:ext cx="4928912" cy="1209298"/>
              <a:chOff x="4364130" y="1954300"/>
              <a:chExt cx="3463852" cy="120929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364130" y="1954300"/>
                <a:ext cx="3463852" cy="451624"/>
              </a:xfrm>
              <a:prstGeom prst="roundRect">
                <a:avLst>
                  <a:gd name="adj" fmla="val 0"/>
                </a:avLst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社团活动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364130" y="2405925"/>
                <a:ext cx="3463852" cy="7576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我加入了学校的编程爱好者协会，通过参加技术沙龙和项目实践，我的 coding 能力得到了很大提升。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5717894" y="4900618"/>
              <a:ext cx="4928912" cy="1209298"/>
              <a:chOff x="4364130" y="1954300"/>
              <a:chExt cx="3953785" cy="120929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4364130" y="1954300"/>
                <a:ext cx="3953784" cy="451624"/>
              </a:xfrm>
              <a:prstGeom prst="roundRect">
                <a:avLst>
                  <a:gd name="adj" fmla="val 0"/>
                </a:avLst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体育锻炼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64130" y="2405925"/>
                <a:ext cx="3953785" cy="7576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学校的风雨操场和健身房是同学们锻炼身体的好去处，我经常和同学一起打篮球，保持健康体魄。</a:t>
                </a:r>
                <a:endParaRPr lang="en-US" sz="1100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tretch>
              <a:fillRect/>
            </a:stretch>
          </p:blipFill>
          <p:spPr>
            <a:xfrm>
              <a:off x="150052" y="1579944"/>
              <a:ext cx="5227805" cy="4655756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课堂内外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d7f1014-142d-4e1f-9488-e9e1356d04ec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7042384" y="0"/>
                <a:ext cx="5149616" cy="5714640"/>
              </a:xfrm>
              <a:custGeom>
                <a:avLst/>
                <a:gdLst/>
                <a:ahLst/>
                <a:cxnLst/>
                <a:rect l="l" t="t" r="r" b="b"/>
                <a:pathLst>
                  <a:path w="5149616" h="5714640">
                    <a:moveTo>
                      <a:pt x="62483" y="0"/>
                    </a:moveTo>
                    <a:lnTo>
                      <a:pt x="5149616" y="0"/>
                    </a:lnTo>
                    <a:lnTo>
                      <a:pt x="5149616" y="5714640"/>
                    </a:lnTo>
                    <a:lnTo>
                      <a:pt x="5127556" y="5686730"/>
                    </a:lnTo>
                    <a:cubicBezTo>
                      <a:pt x="5099349" y="5651970"/>
                      <a:pt x="5073533" y="5622654"/>
                      <a:pt x="5051114" y="5603488"/>
                    </a:cubicBezTo>
                    <a:cubicBezTo>
                      <a:pt x="4871765" y="5450159"/>
                      <a:pt x="4676619" y="5071017"/>
                      <a:pt x="4649670" y="4683512"/>
                    </a:cubicBezTo>
                    <a:cubicBezTo>
                      <a:pt x="4622721" y="4296007"/>
                      <a:pt x="5038104" y="3667822"/>
                      <a:pt x="4889421" y="3278459"/>
                    </a:cubicBezTo>
                    <a:cubicBezTo>
                      <a:pt x="4740738" y="2889096"/>
                      <a:pt x="3896962" y="2732978"/>
                      <a:pt x="3757572" y="2347332"/>
                    </a:cubicBezTo>
                    <a:cubicBezTo>
                      <a:pt x="3618182" y="1961686"/>
                      <a:pt x="4228711" y="1124415"/>
                      <a:pt x="4053079" y="964581"/>
                    </a:cubicBezTo>
                    <a:cubicBezTo>
                      <a:pt x="3877447" y="804747"/>
                      <a:pt x="3035531" y="1444083"/>
                      <a:pt x="2703782" y="1388327"/>
                    </a:cubicBezTo>
                    <a:cubicBezTo>
                      <a:pt x="2372033" y="1332571"/>
                      <a:pt x="2413851" y="658851"/>
                      <a:pt x="2062587" y="630044"/>
                    </a:cubicBezTo>
                    <a:cubicBezTo>
                      <a:pt x="1711324" y="601237"/>
                      <a:pt x="939101" y="1274027"/>
                      <a:pt x="596201" y="1215483"/>
                    </a:cubicBezTo>
                    <a:cubicBezTo>
                      <a:pt x="253301" y="1156939"/>
                      <a:pt x="-43135" y="563137"/>
                      <a:pt x="5187" y="278781"/>
                    </a:cubicBezTo>
                    <a:cubicBezTo>
                      <a:pt x="17268" y="207692"/>
                      <a:pt x="23540" y="137184"/>
                      <a:pt x="39861" y="68128"/>
                    </a:cubicBezTo>
                    <a:close/>
                  </a:path>
                </a:pathLst>
              </a:custGeom>
              <a:solidFill>
                <a:srgbClr val="FFC629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0" y="4201053"/>
                <a:ext cx="3493924" cy="2656947"/>
              </a:xfrm>
              <a:custGeom>
                <a:avLst/>
                <a:gdLst/>
                <a:ahLst/>
                <a:cxnLst/>
                <a:rect l="l" t="t" r="r" b="b"/>
                <a:pathLst>
                  <a:path w="3156046" h="2400008">
                    <a:moveTo>
                      <a:pt x="0" y="0"/>
                    </a:moveTo>
                    <a:lnTo>
                      <a:pt x="3295" y="1988"/>
                    </a:lnTo>
                    <a:cubicBezTo>
                      <a:pt x="163042" y="105591"/>
                      <a:pt x="311707" y="242977"/>
                      <a:pt x="394725" y="331409"/>
                    </a:cubicBezTo>
                    <a:cubicBezTo>
                      <a:pt x="616106" y="567228"/>
                      <a:pt x="519854" y="1290727"/>
                      <a:pt x="693109" y="1563443"/>
                    </a:cubicBezTo>
                    <a:cubicBezTo>
                      <a:pt x="866364" y="1836159"/>
                      <a:pt x="1183997" y="1962891"/>
                      <a:pt x="1434254" y="1967704"/>
                    </a:cubicBezTo>
                    <a:cubicBezTo>
                      <a:pt x="1684511" y="1972517"/>
                      <a:pt x="1929955" y="1576277"/>
                      <a:pt x="2194650" y="1592319"/>
                    </a:cubicBezTo>
                    <a:cubicBezTo>
                      <a:pt x="2459345" y="1608361"/>
                      <a:pt x="2862001" y="1792846"/>
                      <a:pt x="3022422" y="2063957"/>
                    </a:cubicBezTo>
                    <a:cubicBezTo>
                      <a:pt x="3062528" y="2131735"/>
                      <a:pt x="3101831" y="2223777"/>
                      <a:pt x="3135519" y="2327223"/>
                    </a:cubicBezTo>
                    <a:lnTo>
                      <a:pt x="3156046" y="2400008"/>
                    </a:lnTo>
                    <a:lnTo>
                      <a:pt x="0" y="2400008"/>
                    </a:lnTo>
                    <a:close/>
                  </a:path>
                </a:pathLst>
              </a:custGeom>
              <a:solidFill>
                <a:srgbClr val="FFC629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pic>
            <p:nvPicPr>
              <p:cNvPr id="6" name="Picture 6"/>
              <p:cNvPicPr>
                <a:picLocks noChangeAspect="1"/>
              </p:cNvPicPr>
              <p:nvPr/>
            </p:nvPicPr>
            <p:blipFill>
              <a:blip r:embed="rId1">
                <a:alphaModFix amt="100000"/>
              </a:blip>
              <a:srcRect l="70668" t="20920" r="2380" b="22124"/>
              <a:stretch>
                <a:fillRect/>
              </a:stretch>
            </p:blipFill>
            <p:spPr>
              <a:xfrm>
                <a:off x="8625468" y="2002560"/>
                <a:ext cx="3566532" cy="48554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</p:grpSp>
        <p:sp>
          <p:nvSpPr>
            <p:cNvPr id="7" name="TextBox 7"/>
            <p:cNvSpPr txBox="1"/>
            <p:nvPr/>
          </p:nvSpPr>
          <p:spPr>
            <a:xfrm>
              <a:off x="660400" y="1130300"/>
              <a:ext cx="10858500" cy="67868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满足学习和生活需求的同时，也享受美食带来的快乐，重邮的“烟火气”藏在各个角落。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 rot="0">
              <a:off x="660400" y="2061200"/>
              <a:ext cx="3619829" cy="1973449"/>
              <a:chOff x="1721433" y="1851570"/>
              <a:chExt cx="3619829" cy="1973449"/>
            </a:xfrm>
          </p:grpSpPr>
          <p:sp>
            <p:nvSpPr>
              <p:cNvPr id="9" name="AutoShape 9"/>
              <p:cNvSpPr/>
              <p:nvPr/>
            </p:nvSpPr>
            <p:spPr>
              <a:xfrm rot="21240000" flipH="1">
                <a:off x="1817078" y="1851570"/>
                <a:ext cx="722132" cy="602766"/>
              </a:xfrm>
              <a:custGeom>
                <a:avLst/>
                <a:gdLst/>
                <a:ahLst/>
                <a:cxnLst/>
                <a:rect l="l" t="t" r="r" b="b"/>
                <a:pathLst>
                  <a:path w="2656644" h="1806266">
                    <a:moveTo>
                      <a:pt x="1286236" y="0"/>
                    </a:moveTo>
                    <a:cubicBezTo>
                      <a:pt x="1496131" y="6846"/>
                      <a:pt x="1743836" y="23339"/>
                      <a:pt x="1986354" y="84280"/>
                    </a:cubicBezTo>
                    <a:cubicBezTo>
                      <a:pt x="2096617" y="111975"/>
                      <a:pt x="2201643" y="153000"/>
                      <a:pt x="2297748" y="214770"/>
                    </a:cubicBezTo>
                    <a:cubicBezTo>
                      <a:pt x="2421340" y="294175"/>
                      <a:pt x="2511688" y="401534"/>
                      <a:pt x="2567909" y="537211"/>
                    </a:cubicBezTo>
                    <a:cubicBezTo>
                      <a:pt x="2615676" y="652558"/>
                      <a:pt x="2649907" y="771379"/>
                      <a:pt x="2655975" y="897047"/>
                    </a:cubicBezTo>
                    <a:cubicBezTo>
                      <a:pt x="2663340" y="1049787"/>
                      <a:pt x="2609504" y="1181730"/>
                      <a:pt x="2515993" y="1298477"/>
                    </a:cubicBezTo>
                    <a:cubicBezTo>
                      <a:pt x="2363823" y="1488560"/>
                      <a:pt x="2165649" y="1613242"/>
                      <a:pt x="1938846" y="1695447"/>
                    </a:cubicBezTo>
                    <a:cubicBezTo>
                      <a:pt x="1853270" y="1726462"/>
                      <a:pt x="1788283" y="1740725"/>
                      <a:pt x="1724646" y="1754936"/>
                    </a:cubicBezTo>
                    <a:cubicBezTo>
                      <a:pt x="1668581" y="1767435"/>
                      <a:pt x="1437732" y="1816602"/>
                      <a:pt x="1104451" y="1804311"/>
                    </a:cubicBezTo>
                    <a:cubicBezTo>
                      <a:pt x="789479" y="1792693"/>
                      <a:pt x="589749" y="1733879"/>
                      <a:pt x="534047" y="1716556"/>
                    </a:cubicBezTo>
                    <a:cubicBezTo>
                      <a:pt x="442247" y="1688031"/>
                      <a:pt x="339815" y="1645761"/>
                      <a:pt x="239613" y="1563037"/>
                    </a:cubicBezTo>
                    <a:cubicBezTo>
                      <a:pt x="117731" y="1462369"/>
                      <a:pt x="48700" y="1330426"/>
                      <a:pt x="19448" y="1177581"/>
                    </a:cubicBezTo>
                    <a:cubicBezTo>
                      <a:pt x="-20747" y="967478"/>
                      <a:pt x="258" y="762822"/>
                      <a:pt x="92785" y="568952"/>
                    </a:cubicBezTo>
                    <a:cubicBezTo>
                      <a:pt x="180384" y="385352"/>
                      <a:pt x="324307" y="255121"/>
                      <a:pt x="501165" y="159639"/>
                    </a:cubicBezTo>
                    <a:cubicBezTo>
                      <a:pt x="661426" y="73129"/>
                      <a:pt x="834082" y="28629"/>
                      <a:pt x="1014622" y="10736"/>
                    </a:cubicBezTo>
                    <a:cubicBezTo>
                      <a:pt x="1092108" y="3060"/>
                      <a:pt x="1169645" y="363"/>
                      <a:pt x="1286236" y="0"/>
                    </a:cubicBezTo>
                    <a:close/>
                  </a:path>
                </a:pathLst>
              </a:custGeom>
              <a:solidFill>
                <a:srgbClr val="FFC629">
                  <a:alpha val="100000"/>
                </a:srgbClr>
              </a:soli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721433" y="2972409"/>
                <a:ext cx="3619829" cy="8526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学校有多个食堂，提供各式各样的菜品，价格实惠，口味地道，是解决一日三餐的绝佳选择。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721435" y="2527365"/>
                <a:ext cx="3619825" cy="44504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学生食堂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880639" y="1875573"/>
                <a:ext cx="603473" cy="595995"/>
              </a:xfrm>
              <a:prstGeom prst="ellipse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88000"/>
                  </a:lnSpc>
                  <a:defRPr/>
                </a:pPr>
                <a:r>
                  <a:rPr lang="en-US" sz="2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4343228" y="2061200"/>
              <a:ext cx="3997017" cy="2042029"/>
              <a:chOff x="4602925" y="1851570"/>
              <a:chExt cx="3997017" cy="2042029"/>
            </a:xfrm>
          </p:grpSpPr>
          <p:sp>
            <p:nvSpPr>
              <p:cNvPr id="14" name="AutoShape 14"/>
              <p:cNvSpPr/>
              <p:nvPr/>
            </p:nvSpPr>
            <p:spPr>
              <a:xfrm rot="21240000" flipH="1">
                <a:off x="5009720" y="1851570"/>
                <a:ext cx="722132" cy="602766"/>
              </a:xfrm>
              <a:custGeom>
                <a:avLst/>
                <a:gdLst/>
                <a:ahLst/>
                <a:cxnLst/>
                <a:rect l="l" t="t" r="r" b="b"/>
                <a:pathLst>
                  <a:path w="2656644" h="1806266">
                    <a:moveTo>
                      <a:pt x="1286236" y="0"/>
                    </a:moveTo>
                    <a:cubicBezTo>
                      <a:pt x="1496131" y="6846"/>
                      <a:pt x="1743836" y="23339"/>
                      <a:pt x="1986354" y="84280"/>
                    </a:cubicBezTo>
                    <a:cubicBezTo>
                      <a:pt x="2096617" y="111975"/>
                      <a:pt x="2201643" y="153000"/>
                      <a:pt x="2297748" y="214770"/>
                    </a:cubicBezTo>
                    <a:cubicBezTo>
                      <a:pt x="2421340" y="294175"/>
                      <a:pt x="2511688" y="401534"/>
                      <a:pt x="2567909" y="537211"/>
                    </a:cubicBezTo>
                    <a:cubicBezTo>
                      <a:pt x="2615676" y="652558"/>
                      <a:pt x="2649907" y="771379"/>
                      <a:pt x="2655975" y="897047"/>
                    </a:cubicBezTo>
                    <a:cubicBezTo>
                      <a:pt x="2663340" y="1049787"/>
                      <a:pt x="2609504" y="1181730"/>
                      <a:pt x="2515993" y="1298477"/>
                    </a:cubicBezTo>
                    <a:cubicBezTo>
                      <a:pt x="2363823" y="1488560"/>
                      <a:pt x="2165649" y="1613242"/>
                      <a:pt x="1938846" y="1695447"/>
                    </a:cubicBezTo>
                    <a:cubicBezTo>
                      <a:pt x="1853270" y="1726462"/>
                      <a:pt x="1788283" y="1740725"/>
                      <a:pt x="1724646" y="1754936"/>
                    </a:cubicBezTo>
                    <a:cubicBezTo>
                      <a:pt x="1668581" y="1767435"/>
                      <a:pt x="1437732" y="1816602"/>
                      <a:pt x="1104451" y="1804311"/>
                    </a:cubicBezTo>
                    <a:cubicBezTo>
                      <a:pt x="789479" y="1792693"/>
                      <a:pt x="589749" y="1733879"/>
                      <a:pt x="534047" y="1716556"/>
                    </a:cubicBezTo>
                    <a:cubicBezTo>
                      <a:pt x="442247" y="1688031"/>
                      <a:pt x="339815" y="1645761"/>
                      <a:pt x="239613" y="1563037"/>
                    </a:cubicBezTo>
                    <a:cubicBezTo>
                      <a:pt x="117731" y="1462369"/>
                      <a:pt x="48700" y="1330426"/>
                      <a:pt x="19448" y="1177581"/>
                    </a:cubicBezTo>
                    <a:cubicBezTo>
                      <a:pt x="-20747" y="967478"/>
                      <a:pt x="258" y="762822"/>
                      <a:pt x="92785" y="568952"/>
                    </a:cubicBezTo>
                    <a:cubicBezTo>
                      <a:pt x="180384" y="385352"/>
                      <a:pt x="324307" y="255121"/>
                      <a:pt x="501165" y="159639"/>
                    </a:cubicBezTo>
                    <a:cubicBezTo>
                      <a:pt x="661426" y="73129"/>
                      <a:pt x="834082" y="28629"/>
                      <a:pt x="1014622" y="10736"/>
                    </a:cubicBezTo>
                    <a:cubicBezTo>
                      <a:pt x="1092108" y="3060"/>
                      <a:pt x="1169645" y="363"/>
                      <a:pt x="1286236" y="0"/>
                    </a:cubicBezTo>
                    <a:close/>
                  </a:path>
                </a:pathLst>
              </a:custGeom>
              <a:solidFill>
                <a:srgbClr val="FFC629">
                  <a:alpha val="100000"/>
                </a:srgbClr>
              </a:soli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02925" y="3040989"/>
                <a:ext cx="3619829" cy="8526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重庆邮电大学小卖铺牙刷9块一个</a:t>
                </a:r>
                <a:endParaRPr lang="en-US" sz="1200" b="0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  <a:defRPr/>
                </a:pPr>
                <a:endParaRPr lang="en-US" sz="1200" b="0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980117" y="2533715"/>
                <a:ext cx="3619825" cy="44504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校园超市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073281" y="1875573"/>
                <a:ext cx="603473" cy="595995"/>
              </a:xfrm>
              <a:prstGeom prst="ellipse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88000"/>
                  </a:lnSpc>
                  <a:defRPr/>
                </a:pPr>
                <a:r>
                  <a:rPr lang="en-US" sz="2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660401" y="4160651"/>
              <a:ext cx="7613812" cy="1973449"/>
              <a:chOff x="1721434" y="1851570"/>
              <a:chExt cx="7613812" cy="1973449"/>
            </a:xfrm>
          </p:grpSpPr>
          <p:sp>
            <p:nvSpPr>
              <p:cNvPr id="19" name="AutoShape 19"/>
              <p:cNvSpPr/>
              <p:nvPr/>
            </p:nvSpPr>
            <p:spPr>
              <a:xfrm rot="21240000" flipH="1">
                <a:off x="1817078" y="1851570"/>
                <a:ext cx="722132" cy="602766"/>
              </a:xfrm>
              <a:custGeom>
                <a:avLst/>
                <a:gdLst/>
                <a:ahLst/>
                <a:cxnLst/>
                <a:rect l="l" t="t" r="r" b="b"/>
                <a:pathLst>
                  <a:path w="2656644" h="1806266">
                    <a:moveTo>
                      <a:pt x="1286236" y="0"/>
                    </a:moveTo>
                    <a:cubicBezTo>
                      <a:pt x="1496131" y="6846"/>
                      <a:pt x="1743836" y="23339"/>
                      <a:pt x="1986354" y="84280"/>
                    </a:cubicBezTo>
                    <a:cubicBezTo>
                      <a:pt x="2096617" y="111975"/>
                      <a:pt x="2201643" y="153000"/>
                      <a:pt x="2297748" y="214770"/>
                    </a:cubicBezTo>
                    <a:cubicBezTo>
                      <a:pt x="2421340" y="294175"/>
                      <a:pt x="2511688" y="401534"/>
                      <a:pt x="2567909" y="537211"/>
                    </a:cubicBezTo>
                    <a:cubicBezTo>
                      <a:pt x="2615676" y="652558"/>
                      <a:pt x="2649907" y="771379"/>
                      <a:pt x="2655975" y="897047"/>
                    </a:cubicBezTo>
                    <a:cubicBezTo>
                      <a:pt x="2663340" y="1049787"/>
                      <a:pt x="2609504" y="1181730"/>
                      <a:pt x="2515993" y="1298477"/>
                    </a:cubicBezTo>
                    <a:cubicBezTo>
                      <a:pt x="2363823" y="1488560"/>
                      <a:pt x="2165649" y="1613242"/>
                      <a:pt x="1938846" y="1695447"/>
                    </a:cubicBezTo>
                    <a:cubicBezTo>
                      <a:pt x="1853270" y="1726462"/>
                      <a:pt x="1788283" y="1740725"/>
                      <a:pt x="1724646" y="1754936"/>
                    </a:cubicBezTo>
                    <a:cubicBezTo>
                      <a:pt x="1668581" y="1767435"/>
                      <a:pt x="1437732" y="1816602"/>
                      <a:pt x="1104451" y="1804311"/>
                    </a:cubicBezTo>
                    <a:cubicBezTo>
                      <a:pt x="789479" y="1792693"/>
                      <a:pt x="589749" y="1733879"/>
                      <a:pt x="534047" y="1716556"/>
                    </a:cubicBezTo>
                    <a:cubicBezTo>
                      <a:pt x="442247" y="1688031"/>
                      <a:pt x="339815" y="1645761"/>
                      <a:pt x="239613" y="1563037"/>
                    </a:cubicBezTo>
                    <a:cubicBezTo>
                      <a:pt x="117731" y="1462369"/>
                      <a:pt x="48700" y="1330426"/>
                      <a:pt x="19448" y="1177581"/>
                    </a:cubicBezTo>
                    <a:cubicBezTo>
                      <a:pt x="-20747" y="967478"/>
                      <a:pt x="258" y="762822"/>
                      <a:pt x="92785" y="568952"/>
                    </a:cubicBezTo>
                    <a:cubicBezTo>
                      <a:pt x="180384" y="385352"/>
                      <a:pt x="324307" y="255121"/>
                      <a:pt x="501165" y="159639"/>
                    </a:cubicBezTo>
                    <a:cubicBezTo>
                      <a:pt x="661426" y="73129"/>
                      <a:pt x="834082" y="28629"/>
                      <a:pt x="1014622" y="10736"/>
                    </a:cubicBezTo>
                    <a:cubicBezTo>
                      <a:pt x="1092108" y="3060"/>
                      <a:pt x="1169645" y="363"/>
                      <a:pt x="1286236" y="0"/>
                    </a:cubicBezTo>
                    <a:close/>
                  </a:path>
                </a:pathLst>
              </a:custGeom>
              <a:solidFill>
                <a:srgbClr val="FFC629">
                  <a:alpha val="100000"/>
                </a:srgbClr>
              </a:soli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721434" y="2972409"/>
                <a:ext cx="7613812" cy="8526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学校周边的“堕落街”是美食天堂，从火锅小面到各种小吃，应有尽有，是同学们聚餐的热门地点。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21435" y="2527365"/>
                <a:ext cx="7613803" cy="44504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周边美食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880639" y="1875573"/>
                <a:ext cx="603473" cy="595995"/>
              </a:xfrm>
              <a:prstGeom prst="ellipse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88000"/>
                  </a:lnSpc>
                  <a:defRPr/>
                </a:pPr>
                <a:r>
                  <a:rPr lang="en-US" sz="2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美食与购物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f8dc218-fe4a-4945-91c2-df0b202dbc98"/>
          <p:cNvGrpSpPr/>
          <p:nvPr/>
        </p:nvGrpSpPr>
        <p:grpSpPr>
          <a:xfrm rot="0">
            <a:off x="0" y="0"/>
            <a:ext cx="12191999" cy="6858000"/>
            <a:chOff x="0" y="0"/>
            <a:chExt cx="12191999" cy="6858000"/>
          </a:xfrm>
        </p:grpSpPr>
        <p:sp>
          <p:nvSpPr>
            <p:cNvPr id="3" name="AutoShape 3"/>
            <p:cNvSpPr/>
            <p:nvPr/>
          </p:nvSpPr>
          <p:spPr>
            <a:xfrm flipH="1" flipV="1">
              <a:off x="8229599" y="0"/>
              <a:ext cx="3962400" cy="3013198"/>
            </a:xfrm>
            <a:custGeom>
              <a:avLst/>
              <a:gdLst/>
              <a:ahLst/>
              <a:cxnLst/>
              <a:rect l="l" t="t" r="r" b="b"/>
              <a:pathLst>
                <a:path w="3156046" h="2400008">
                  <a:moveTo>
                    <a:pt x="0" y="0"/>
                  </a:moveTo>
                  <a:lnTo>
                    <a:pt x="3295" y="1988"/>
                  </a:lnTo>
                  <a:cubicBezTo>
                    <a:pt x="163042" y="105591"/>
                    <a:pt x="311707" y="242977"/>
                    <a:pt x="394725" y="331409"/>
                  </a:cubicBezTo>
                  <a:cubicBezTo>
                    <a:pt x="616106" y="567228"/>
                    <a:pt x="519854" y="1290727"/>
                    <a:pt x="693109" y="1563443"/>
                  </a:cubicBezTo>
                  <a:cubicBezTo>
                    <a:pt x="866364" y="1836159"/>
                    <a:pt x="1183997" y="1962891"/>
                    <a:pt x="1434254" y="1967704"/>
                  </a:cubicBezTo>
                  <a:cubicBezTo>
                    <a:pt x="1684511" y="1972517"/>
                    <a:pt x="1929955" y="1576277"/>
                    <a:pt x="2194650" y="1592319"/>
                  </a:cubicBezTo>
                  <a:cubicBezTo>
                    <a:pt x="2459345" y="1608361"/>
                    <a:pt x="2862001" y="1792846"/>
                    <a:pt x="3022422" y="2063957"/>
                  </a:cubicBezTo>
                  <a:cubicBezTo>
                    <a:pt x="3062528" y="2131735"/>
                    <a:pt x="3101831" y="2223777"/>
                    <a:pt x="3135519" y="2327223"/>
                  </a:cubicBezTo>
                  <a:lnTo>
                    <a:pt x="3156046" y="2400008"/>
                  </a:lnTo>
                  <a:lnTo>
                    <a:pt x="0" y="2400008"/>
                  </a:lnTo>
                  <a:close/>
                </a:path>
              </a:pathLst>
            </a:custGeom>
            <a:solidFill>
              <a:srgbClr val="FFC629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">
              <a:alphaModFix amt="100000"/>
            </a:blip>
            <a:srcRect t="30206" r="78571" b="19988"/>
            <a:stretch>
              <a:fillRect/>
            </a:stretch>
          </p:blipFill>
          <p:spPr>
            <a:xfrm flipH="1">
              <a:off x="81026" y="2916820"/>
              <a:ext cx="2809419" cy="394118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rcRect l="73476"/>
            <a:stretch>
              <a:fillRect/>
            </a:stretch>
          </p:blipFill>
          <p:spPr>
            <a:xfrm>
              <a:off x="0" y="2444113"/>
              <a:ext cx="1199840" cy="4413887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6" name="AutoShape 6"/>
            <p:cNvSpPr/>
            <p:nvPr/>
          </p:nvSpPr>
          <p:spPr>
            <a:xfrm>
              <a:off x="0" y="2645313"/>
              <a:ext cx="3519388" cy="4212687"/>
            </a:xfrm>
            <a:custGeom>
              <a:avLst/>
              <a:gdLst/>
              <a:ahLst/>
              <a:cxnLst/>
              <a:rect l="l" t="t" r="r" b="b"/>
              <a:pathLst>
                <a:path w="3519388" h="4212687">
                  <a:moveTo>
                    <a:pt x="0" y="0"/>
                  </a:moveTo>
                  <a:lnTo>
                    <a:pt x="46540" y="10834"/>
                  </a:lnTo>
                  <a:cubicBezTo>
                    <a:pt x="282322" y="84539"/>
                    <a:pt x="554555" y="327333"/>
                    <a:pt x="679082" y="459981"/>
                  </a:cubicBezTo>
                  <a:cubicBezTo>
                    <a:pt x="900463" y="695800"/>
                    <a:pt x="804211" y="1419299"/>
                    <a:pt x="977466" y="1692015"/>
                  </a:cubicBezTo>
                  <a:cubicBezTo>
                    <a:pt x="1150721" y="1964731"/>
                    <a:pt x="1468354" y="2091463"/>
                    <a:pt x="1718611" y="2096276"/>
                  </a:cubicBezTo>
                  <a:cubicBezTo>
                    <a:pt x="1968868" y="2101089"/>
                    <a:pt x="2214312" y="1704849"/>
                    <a:pt x="2479007" y="1720891"/>
                  </a:cubicBezTo>
                  <a:cubicBezTo>
                    <a:pt x="2743702" y="1736933"/>
                    <a:pt x="3146358" y="1921418"/>
                    <a:pt x="3306779" y="2192529"/>
                  </a:cubicBezTo>
                  <a:cubicBezTo>
                    <a:pt x="3467200" y="2463640"/>
                    <a:pt x="3614788" y="3122971"/>
                    <a:pt x="3441533" y="3347560"/>
                  </a:cubicBezTo>
                  <a:cubicBezTo>
                    <a:pt x="3268278" y="3572149"/>
                    <a:pt x="2530341" y="3437396"/>
                    <a:pt x="2267251" y="3540065"/>
                  </a:cubicBezTo>
                  <a:cubicBezTo>
                    <a:pt x="2004161" y="3642734"/>
                    <a:pt x="2031432" y="3929889"/>
                    <a:pt x="1862990" y="3963577"/>
                  </a:cubicBezTo>
                  <a:cubicBezTo>
                    <a:pt x="1694548" y="3997265"/>
                    <a:pt x="1439478" y="3686049"/>
                    <a:pt x="1256598" y="3742196"/>
                  </a:cubicBezTo>
                  <a:cubicBezTo>
                    <a:pt x="1119438" y="3784307"/>
                    <a:pt x="1033713" y="4026743"/>
                    <a:pt x="908059" y="4183229"/>
                  </a:cubicBezTo>
                  <a:lnTo>
                    <a:pt x="879942" y="4212687"/>
                  </a:lnTo>
                  <a:lnTo>
                    <a:pt x="0" y="4212687"/>
                  </a:lnTo>
                  <a:close/>
                </a:path>
              </a:pathLst>
            </a:custGeom>
            <a:solidFill>
              <a:srgbClr val="FFC629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400" y="1333499"/>
              <a:ext cx="3011957" cy="157903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在校园生活的点滴中，我注意到一个有趣的价格，它关乎我们每个人的日常。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 rot="0">
              <a:off x="3986654" y="1312478"/>
              <a:ext cx="2393951" cy="4821622"/>
              <a:chOff x="3986654" y="1312478"/>
              <a:chExt cx="2393951" cy="4821622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3986654" y="1312478"/>
                <a:ext cx="2393950" cy="2425700"/>
              </a:xfrm>
              <a:prstGeom prst="roundRect">
                <a:avLst>
                  <a:gd name="adj" fmla="val 6057"/>
                </a:avLst>
              </a:prstGeom>
              <a:blipFill rotWithShape="1">
                <a:blip r:embed="rId3">
                  <a:alphaModFix amt="100000"/>
                  <a:alphaModFix amt="100000"/>
                </a:blip>
                <a:stretch>
                  <a:fillRect t="-24019" b="-24019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3986655" y="3911600"/>
                <a:ext cx="2393950" cy="7375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一个生活必备品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986655" y="4649166"/>
                <a:ext cx="2393950" cy="14849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牙刷，作为我们每天清洁口腔的必需品，在校园内的小卖铺里售价为9元一支。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6555803" y="1312478"/>
              <a:ext cx="2393950" cy="4821622"/>
              <a:chOff x="6555803" y="1312478"/>
              <a:chExt cx="2393950" cy="4821622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6555803" y="1312478"/>
                <a:ext cx="2393950" cy="2425700"/>
              </a:xfrm>
              <a:prstGeom prst="roundRect">
                <a:avLst>
                  <a:gd name="adj" fmla="val 5633"/>
                </a:avLst>
              </a:prstGeom>
              <a:blipFill rotWithShape="1">
                <a:blip r:embed="rId4">
                  <a:alphaModFix amt="100000"/>
                  <a:alphaModFix amt="100000"/>
                </a:blip>
                <a:stretch>
                  <a:fillRect t="-24019" b="-24019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555803" y="3911600"/>
                <a:ext cx="2393950" cy="7375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价格的考量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555803" y="4649166"/>
                <a:ext cx="2393950" cy="14849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这个价格包含了商品成本、店铺运营费用以及合理的利润，既保证了商品质量，也方便了同学们的购买。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9124950" y="1312478"/>
              <a:ext cx="2393950" cy="4821622"/>
              <a:chOff x="9124950" y="1312478"/>
              <a:chExt cx="2393950" cy="4821622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9124950" y="1312478"/>
                <a:ext cx="2393950" cy="2425700"/>
              </a:xfrm>
              <a:prstGeom prst="roundRect">
                <a:avLst>
                  <a:gd name="adj" fmla="val 4784"/>
                </a:avLst>
              </a:prstGeom>
              <a:blipFill rotWithShape="1">
                <a:blip r:embed="rId5">
                  <a:alphaModFix amt="100000"/>
                  <a:alphaModFix amt="100000"/>
                </a:blip>
                <a:stretch>
                  <a:fillRect t="-117897" r="-79448" b="-47377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124950" y="3911600"/>
                <a:ext cx="2393950" cy="7375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购物的便利性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124950" y="4649166"/>
                <a:ext cx="2393950" cy="14849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校园商店的布局合理，无论是课间还是饭后，都能轻松购买到所需的生活用品，省时省力。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一处小发现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1d85a50-1865-46c7-ae7b-51961878f610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7042384" y="0"/>
              <a:ext cx="5149616" cy="5714640"/>
            </a:xfrm>
            <a:custGeom>
              <a:avLst/>
              <a:gdLst/>
              <a:ahLst/>
              <a:cxnLst/>
              <a:rect l="l" t="t" r="r" b="b"/>
              <a:pathLst>
                <a:path w="5149616" h="5714640">
                  <a:moveTo>
                    <a:pt x="62483" y="0"/>
                  </a:moveTo>
                  <a:lnTo>
                    <a:pt x="5149616" y="0"/>
                  </a:lnTo>
                  <a:lnTo>
                    <a:pt x="5149616" y="5714640"/>
                  </a:lnTo>
                  <a:lnTo>
                    <a:pt x="5127556" y="5686730"/>
                  </a:lnTo>
                  <a:cubicBezTo>
                    <a:pt x="5099349" y="5651970"/>
                    <a:pt x="5073533" y="5622654"/>
                    <a:pt x="5051114" y="5603488"/>
                  </a:cubicBezTo>
                  <a:cubicBezTo>
                    <a:pt x="4871765" y="5450159"/>
                    <a:pt x="4676619" y="5071017"/>
                    <a:pt x="4649670" y="4683512"/>
                  </a:cubicBezTo>
                  <a:cubicBezTo>
                    <a:pt x="4622721" y="4296007"/>
                    <a:pt x="5038104" y="3667822"/>
                    <a:pt x="4889421" y="3278459"/>
                  </a:cubicBezTo>
                  <a:cubicBezTo>
                    <a:pt x="4740738" y="2889096"/>
                    <a:pt x="3896962" y="2732978"/>
                    <a:pt x="3757572" y="2347332"/>
                  </a:cubicBezTo>
                  <a:cubicBezTo>
                    <a:pt x="3618182" y="1961686"/>
                    <a:pt x="4228711" y="1124415"/>
                    <a:pt x="4053079" y="964581"/>
                  </a:cubicBezTo>
                  <a:cubicBezTo>
                    <a:pt x="3877447" y="804747"/>
                    <a:pt x="3035531" y="1444083"/>
                    <a:pt x="2703782" y="1388327"/>
                  </a:cubicBezTo>
                  <a:cubicBezTo>
                    <a:pt x="2372033" y="1332571"/>
                    <a:pt x="2413851" y="658851"/>
                    <a:pt x="2062587" y="630044"/>
                  </a:cubicBezTo>
                  <a:cubicBezTo>
                    <a:pt x="1711324" y="601237"/>
                    <a:pt x="939101" y="1274027"/>
                    <a:pt x="596201" y="1215483"/>
                  </a:cubicBezTo>
                  <a:cubicBezTo>
                    <a:pt x="253301" y="1156939"/>
                    <a:pt x="-43135" y="563137"/>
                    <a:pt x="5187" y="278781"/>
                  </a:cubicBezTo>
                  <a:cubicBezTo>
                    <a:pt x="17268" y="207692"/>
                    <a:pt x="23540" y="137184"/>
                    <a:pt x="39861" y="68128"/>
                  </a:cubicBezTo>
                  <a:close/>
                </a:path>
              </a:pathLst>
            </a:custGeom>
            <a:solidFill>
              <a:srgbClr val="FFC629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4201053"/>
              <a:ext cx="3493924" cy="2656947"/>
            </a:xfrm>
            <a:custGeom>
              <a:avLst/>
              <a:gdLst/>
              <a:ahLst/>
              <a:cxnLst/>
              <a:rect l="l" t="t" r="r" b="b"/>
              <a:pathLst>
                <a:path w="3156046" h="2400008">
                  <a:moveTo>
                    <a:pt x="0" y="0"/>
                  </a:moveTo>
                  <a:lnTo>
                    <a:pt x="3295" y="1988"/>
                  </a:lnTo>
                  <a:cubicBezTo>
                    <a:pt x="163042" y="105591"/>
                    <a:pt x="311707" y="242977"/>
                    <a:pt x="394725" y="331409"/>
                  </a:cubicBezTo>
                  <a:cubicBezTo>
                    <a:pt x="616106" y="567228"/>
                    <a:pt x="519854" y="1290727"/>
                    <a:pt x="693109" y="1563443"/>
                  </a:cubicBezTo>
                  <a:cubicBezTo>
                    <a:pt x="866364" y="1836159"/>
                    <a:pt x="1183997" y="1962891"/>
                    <a:pt x="1434254" y="1967704"/>
                  </a:cubicBezTo>
                  <a:cubicBezTo>
                    <a:pt x="1684511" y="1972517"/>
                    <a:pt x="1929955" y="1576277"/>
                    <a:pt x="2194650" y="1592319"/>
                  </a:cubicBezTo>
                  <a:cubicBezTo>
                    <a:pt x="2459345" y="1608361"/>
                    <a:pt x="2862001" y="1792846"/>
                    <a:pt x="3022422" y="2063957"/>
                  </a:cubicBezTo>
                  <a:cubicBezTo>
                    <a:pt x="3062528" y="2131735"/>
                    <a:pt x="3101831" y="2223777"/>
                    <a:pt x="3135519" y="2327223"/>
                  </a:cubicBezTo>
                  <a:lnTo>
                    <a:pt x="3156046" y="2400008"/>
                  </a:lnTo>
                  <a:lnTo>
                    <a:pt x="0" y="2400008"/>
                  </a:lnTo>
                  <a:close/>
                </a:path>
              </a:pathLst>
            </a:custGeom>
            <a:solidFill>
              <a:srgbClr val="FFC629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 flipV="1">
              <a:off x="10439162" y="1092198"/>
              <a:ext cx="1079738" cy="900111"/>
            </a:xfrm>
            <a:custGeom>
              <a:avLst/>
              <a:gdLst/>
              <a:ahLst/>
              <a:cxnLst/>
              <a:rect l="l" t="t" r="r" b="b"/>
              <a:pathLst>
                <a:path w="607681" h="506587">
                  <a:moveTo>
                    <a:pt x="518754" y="0"/>
                  </a:moveTo>
                  <a:cubicBezTo>
                    <a:pt x="523535" y="0"/>
                    <a:pt x="528793" y="0"/>
                    <a:pt x="533573" y="955"/>
                  </a:cubicBezTo>
                  <a:cubicBezTo>
                    <a:pt x="537876" y="1433"/>
                    <a:pt x="542178" y="4297"/>
                    <a:pt x="544568" y="8117"/>
                  </a:cubicBezTo>
                  <a:cubicBezTo>
                    <a:pt x="547437" y="11937"/>
                    <a:pt x="547915" y="16711"/>
                    <a:pt x="546481" y="21009"/>
                  </a:cubicBezTo>
                  <a:lnTo>
                    <a:pt x="532139" y="73529"/>
                  </a:lnTo>
                  <a:cubicBezTo>
                    <a:pt x="530227" y="79259"/>
                    <a:pt x="525447" y="84034"/>
                    <a:pt x="519232" y="84988"/>
                  </a:cubicBezTo>
                  <a:cubicBezTo>
                    <a:pt x="451829" y="94538"/>
                    <a:pt x="418366" y="183346"/>
                    <a:pt x="404025" y="234434"/>
                  </a:cubicBezTo>
                  <a:cubicBezTo>
                    <a:pt x="418844" y="228227"/>
                    <a:pt x="437488" y="222975"/>
                    <a:pt x="459955" y="222975"/>
                  </a:cubicBezTo>
                  <a:cubicBezTo>
                    <a:pt x="474775" y="222975"/>
                    <a:pt x="489594" y="225362"/>
                    <a:pt x="504413" y="229659"/>
                  </a:cubicBezTo>
                  <a:cubicBezTo>
                    <a:pt x="540744" y="240164"/>
                    <a:pt x="571339" y="263559"/>
                    <a:pt x="589504" y="296504"/>
                  </a:cubicBezTo>
                  <a:cubicBezTo>
                    <a:pt x="608148" y="328971"/>
                    <a:pt x="612450" y="367168"/>
                    <a:pt x="602411" y="403455"/>
                  </a:cubicBezTo>
                  <a:cubicBezTo>
                    <a:pt x="585202" y="464093"/>
                    <a:pt x="529271" y="506587"/>
                    <a:pt x="466170" y="506587"/>
                  </a:cubicBezTo>
                  <a:cubicBezTo>
                    <a:pt x="466170" y="506587"/>
                    <a:pt x="466170" y="506587"/>
                    <a:pt x="465692" y="506587"/>
                  </a:cubicBezTo>
                  <a:cubicBezTo>
                    <a:pt x="414542" y="504677"/>
                    <a:pt x="374864" y="484624"/>
                    <a:pt x="347616" y="447382"/>
                  </a:cubicBezTo>
                  <a:cubicBezTo>
                    <a:pt x="298856" y="380537"/>
                    <a:pt x="304592" y="274541"/>
                    <a:pt x="324670" y="203876"/>
                  </a:cubicBezTo>
                  <a:cubicBezTo>
                    <a:pt x="358133" y="84034"/>
                    <a:pt x="437966" y="0"/>
                    <a:pt x="518754" y="0"/>
                  </a:cubicBezTo>
                  <a:close/>
                  <a:moveTo>
                    <a:pt x="208498" y="0"/>
                  </a:moveTo>
                  <a:cubicBezTo>
                    <a:pt x="213758" y="0"/>
                    <a:pt x="218539" y="0"/>
                    <a:pt x="223799" y="955"/>
                  </a:cubicBezTo>
                  <a:cubicBezTo>
                    <a:pt x="228102" y="1433"/>
                    <a:pt x="232406" y="4297"/>
                    <a:pt x="234797" y="8117"/>
                  </a:cubicBezTo>
                  <a:cubicBezTo>
                    <a:pt x="237187" y="11937"/>
                    <a:pt x="238144" y="16711"/>
                    <a:pt x="236709" y="21009"/>
                  </a:cubicBezTo>
                  <a:lnTo>
                    <a:pt x="221886" y="73529"/>
                  </a:lnTo>
                  <a:cubicBezTo>
                    <a:pt x="220452" y="79259"/>
                    <a:pt x="215192" y="84034"/>
                    <a:pt x="208976" y="84988"/>
                  </a:cubicBezTo>
                  <a:cubicBezTo>
                    <a:pt x="142034" y="94538"/>
                    <a:pt x="108085" y="183346"/>
                    <a:pt x="94219" y="234434"/>
                  </a:cubicBezTo>
                  <a:cubicBezTo>
                    <a:pt x="108563" y="228227"/>
                    <a:pt x="127690" y="222975"/>
                    <a:pt x="150163" y="222975"/>
                  </a:cubicBezTo>
                  <a:cubicBezTo>
                    <a:pt x="164508" y="222975"/>
                    <a:pt x="179809" y="225362"/>
                    <a:pt x="194632" y="229659"/>
                  </a:cubicBezTo>
                  <a:cubicBezTo>
                    <a:pt x="230971" y="240164"/>
                    <a:pt x="261095" y="263559"/>
                    <a:pt x="279743" y="296027"/>
                  </a:cubicBezTo>
                  <a:cubicBezTo>
                    <a:pt x="297913" y="328971"/>
                    <a:pt x="302695" y="367168"/>
                    <a:pt x="292654" y="403455"/>
                  </a:cubicBezTo>
                  <a:cubicBezTo>
                    <a:pt x="275440" y="464093"/>
                    <a:pt x="219496" y="506587"/>
                    <a:pt x="156379" y="506587"/>
                  </a:cubicBezTo>
                  <a:cubicBezTo>
                    <a:pt x="156379" y="506587"/>
                    <a:pt x="155901" y="506587"/>
                    <a:pt x="155901" y="506587"/>
                  </a:cubicBezTo>
                  <a:cubicBezTo>
                    <a:pt x="104738" y="504677"/>
                    <a:pt x="65051" y="484624"/>
                    <a:pt x="37796" y="447382"/>
                  </a:cubicBezTo>
                  <a:cubicBezTo>
                    <a:pt x="-10976" y="380537"/>
                    <a:pt x="-5238" y="274541"/>
                    <a:pt x="14366" y="203876"/>
                  </a:cubicBezTo>
                  <a:cubicBezTo>
                    <a:pt x="48315" y="84034"/>
                    <a:pt x="128168" y="0"/>
                    <a:pt x="208498" y="0"/>
                  </a:cubicBezTo>
                  <a:close/>
                </a:path>
              </a:pathLst>
            </a:custGeom>
            <a:solidFill>
              <a:srgbClr val="FFC629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399" y="1130300"/>
              <a:ext cx="9808902" cy="862009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我计划在接下来的几年里，夯实专业基础，积极参与科研项目，为未来的发展打下坚实的基础。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666749" y="2140209"/>
              <a:ext cx="3366285" cy="3993891"/>
              <a:chOff x="666750" y="2140209"/>
              <a:chExt cx="5251448" cy="3993891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666750" y="2140209"/>
                <a:ext cx="5251448" cy="2395540"/>
              </a:xfrm>
              <a:prstGeom prst="roundRect">
                <a:avLst>
                  <a:gd name="adj" fmla="val 4442"/>
                </a:avLst>
              </a:prstGeom>
              <a:blipFill rotWithShape="1">
                <a:blip r:embed="rId1">
                  <a:alphaModFix amt="100000"/>
                  <a:alphaModFix amt="100000"/>
                </a:blip>
                <a:stretch>
                  <a:fillRect t="-73744" b="-37022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 rot="0">
                <a:off x="666750" y="4656048"/>
                <a:ext cx="5118098" cy="1478052"/>
                <a:chOff x="660400" y="2654299"/>
                <a:chExt cx="5283200" cy="1225109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660402" y="2654299"/>
                  <a:ext cx="5283198" cy="57064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夯实基础</a:t>
                  </a:r>
                  <a:endParaRPr lang="en-US" sz="110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0400" y="3224944"/>
                  <a:ext cx="5283199" cy="65446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在大二、大三学年，我将专注于专业核心课程的学习，争取取得优异的成绩。</a:t>
                  </a:r>
                  <a:endParaRPr lang="en-US" sz="1100"/>
                </a:p>
              </p:txBody>
            </p:sp>
          </p:grpSp>
        </p:grpSp>
        <p:grpSp>
          <p:nvGrpSpPr>
            <p:cNvPr id="12" name="Group 12"/>
            <p:cNvGrpSpPr/>
            <p:nvPr/>
          </p:nvGrpSpPr>
          <p:grpSpPr>
            <a:xfrm rot="0">
              <a:off x="4409470" y="2140209"/>
              <a:ext cx="3366497" cy="3993891"/>
              <a:chOff x="6273471" y="2140209"/>
              <a:chExt cx="5251779" cy="3993891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6273802" y="2140209"/>
                <a:ext cx="5251448" cy="2395540"/>
              </a:xfrm>
              <a:prstGeom prst="roundRect">
                <a:avLst>
                  <a:gd name="adj" fmla="val 4442"/>
                </a:avLst>
              </a:prstGeom>
              <a:blipFill rotWithShape="1">
                <a:blip r:embed="rId2">
                  <a:alphaModFix amt="100000"/>
                  <a:alphaModFix amt="100000"/>
                </a:blip>
                <a:stretch>
                  <a:fillRect t="-75329" b="-35429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 rot="0">
                <a:off x="6273471" y="4656048"/>
                <a:ext cx="5251779" cy="1478052"/>
                <a:chOff x="660400" y="2654299"/>
                <a:chExt cx="5283200" cy="1225109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660402" y="2654299"/>
                  <a:ext cx="5283198" cy="57064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参与科研</a:t>
                  </a:r>
                  <a:endParaRPr lang="en-US" sz="1100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660400" y="3224944"/>
                  <a:ext cx="5283199" cy="65446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我希望能加入导师的实验室，参与实际的科研项目，将理论知识应用于实践，提升自己的研究能力。</a:t>
                  </a:r>
                  <a:endParaRPr lang="en-US" sz="1100"/>
                </a:p>
              </p:txBody>
            </p:sp>
          </p:grpSp>
        </p:grpSp>
        <p:grpSp>
          <p:nvGrpSpPr>
            <p:cNvPr id="17" name="Group 17"/>
            <p:cNvGrpSpPr/>
            <p:nvPr/>
          </p:nvGrpSpPr>
          <p:grpSpPr>
            <a:xfrm rot="0">
              <a:off x="8152403" y="2140209"/>
              <a:ext cx="3366497" cy="3993891"/>
              <a:chOff x="6273471" y="2140209"/>
              <a:chExt cx="5251779" cy="3993891"/>
            </a:xfrm>
          </p:grpSpPr>
          <p:sp>
            <p:nvSpPr>
              <p:cNvPr id="18" name="AutoShape 18"/>
              <p:cNvSpPr/>
              <p:nvPr/>
            </p:nvSpPr>
            <p:spPr>
              <a:xfrm>
                <a:off x="6273802" y="2140209"/>
                <a:ext cx="5251448" cy="2395540"/>
              </a:xfrm>
              <a:prstGeom prst="roundRect">
                <a:avLst>
                  <a:gd name="adj" fmla="val 4442"/>
                </a:avLst>
              </a:prstGeom>
              <a:blipFill rotWithShape="1">
                <a:blip r:embed="rId3">
                  <a:alphaModFix amt="100000"/>
                  <a:alphaModFix amt="100000"/>
                </a:blip>
                <a:stretch>
                  <a:fillRect t="-1933" b="-108555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 rot="0">
                <a:off x="6273471" y="4656048"/>
                <a:ext cx="5251779" cy="1478052"/>
                <a:chOff x="660400" y="2654299"/>
                <a:chExt cx="5283200" cy="1225109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660402" y="2654299"/>
                  <a:ext cx="5283198" cy="57064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考取证书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660400" y="3224944"/>
                  <a:ext cx="5283199" cy="65446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计划备考与专业相关的资格证书，如软考、CCNA等，增强自己的就业竞争力。</a:t>
                  </a:r>
                  <a:endParaRPr lang="en-US" sz="1100"/>
                </a:p>
              </p:txBody>
            </p:sp>
          </p:grp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学业规划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b1881cd-f29e-45ed-b04e-bb22b576cc73"/>
          <p:cNvGrpSpPr/>
          <p:nvPr/>
        </p:nvGrpSpPr>
        <p:grpSpPr>
          <a:xfrm rot="0">
            <a:off x="-12700" y="0"/>
            <a:ext cx="12192000" cy="6858000"/>
            <a:chOff x="-1270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-12700" y="0"/>
              <a:ext cx="5607935" cy="2530274"/>
            </a:xfrm>
            <a:custGeom>
              <a:avLst/>
              <a:gdLst/>
              <a:ahLst/>
              <a:cxnLst/>
              <a:rect l="l" t="t" r="r" b="b"/>
              <a:pathLst>
                <a:path w="3519388" h="1808922">
                  <a:moveTo>
                    <a:pt x="0" y="0"/>
                  </a:moveTo>
                  <a:lnTo>
                    <a:pt x="3500385" y="0"/>
                  </a:lnTo>
                  <a:lnTo>
                    <a:pt x="3517332" y="157193"/>
                  </a:lnTo>
                  <a:cubicBezTo>
                    <a:pt x="3526356" y="320287"/>
                    <a:pt x="3506504" y="465643"/>
                    <a:pt x="3441533" y="549864"/>
                  </a:cubicBezTo>
                  <a:cubicBezTo>
                    <a:pt x="3268278" y="774453"/>
                    <a:pt x="2530341" y="639700"/>
                    <a:pt x="2267251" y="742369"/>
                  </a:cubicBezTo>
                  <a:cubicBezTo>
                    <a:pt x="2004161" y="845038"/>
                    <a:pt x="2031432" y="1132193"/>
                    <a:pt x="1862990" y="1165881"/>
                  </a:cubicBezTo>
                  <a:cubicBezTo>
                    <a:pt x="1694548" y="1199569"/>
                    <a:pt x="1439478" y="888353"/>
                    <a:pt x="1256598" y="944500"/>
                  </a:cubicBezTo>
                  <a:cubicBezTo>
                    <a:pt x="1073718" y="1000647"/>
                    <a:pt x="982278" y="1412929"/>
                    <a:pt x="765710" y="1502765"/>
                  </a:cubicBezTo>
                  <a:cubicBezTo>
                    <a:pt x="576213" y="1581372"/>
                    <a:pt x="240557" y="2022304"/>
                    <a:pt x="36014" y="1681012"/>
                  </a:cubicBezTo>
                  <a:lnTo>
                    <a:pt x="0" y="1607190"/>
                  </a:lnTo>
                  <a:close/>
                </a:path>
              </a:pathLst>
            </a:custGeom>
            <a:solidFill>
              <a:srgbClr val="FFC629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8229599" y="3844802"/>
              <a:ext cx="3962400" cy="3013198"/>
            </a:xfrm>
            <a:custGeom>
              <a:avLst/>
              <a:gdLst/>
              <a:ahLst/>
              <a:cxnLst/>
              <a:rect l="l" t="t" r="r" b="b"/>
              <a:pathLst>
                <a:path w="3156046" h="2400008">
                  <a:moveTo>
                    <a:pt x="0" y="0"/>
                  </a:moveTo>
                  <a:lnTo>
                    <a:pt x="3295" y="1988"/>
                  </a:lnTo>
                  <a:cubicBezTo>
                    <a:pt x="163042" y="105591"/>
                    <a:pt x="311707" y="242977"/>
                    <a:pt x="394725" y="331409"/>
                  </a:cubicBezTo>
                  <a:cubicBezTo>
                    <a:pt x="616106" y="567228"/>
                    <a:pt x="519854" y="1290727"/>
                    <a:pt x="693109" y="1563443"/>
                  </a:cubicBezTo>
                  <a:cubicBezTo>
                    <a:pt x="866364" y="1836159"/>
                    <a:pt x="1183997" y="1962891"/>
                    <a:pt x="1434254" y="1967704"/>
                  </a:cubicBezTo>
                  <a:cubicBezTo>
                    <a:pt x="1684511" y="1972517"/>
                    <a:pt x="1929955" y="1576277"/>
                    <a:pt x="2194650" y="1592319"/>
                  </a:cubicBezTo>
                  <a:cubicBezTo>
                    <a:pt x="2459345" y="1608361"/>
                    <a:pt x="2862001" y="1792846"/>
                    <a:pt x="3022422" y="2063957"/>
                  </a:cubicBezTo>
                  <a:cubicBezTo>
                    <a:pt x="3062528" y="2131735"/>
                    <a:pt x="3101831" y="2223777"/>
                    <a:pt x="3135519" y="2327223"/>
                  </a:cubicBezTo>
                  <a:lnTo>
                    <a:pt x="3156046" y="2400008"/>
                  </a:lnTo>
                  <a:lnTo>
                    <a:pt x="0" y="2400008"/>
                  </a:lnTo>
                  <a:close/>
                </a:path>
              </a:pathLst>
            </a:custGeom>
            <a:solidFill>
              <a:srgbClr val="FFC629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1">
              <a:alphaModFix amt="100000"/>
            </a:blip>
            <a:srcRect l="70668" t="33256" r="7847" b="39929"/>
            <a:stretch>
              <a:fillRect/>
            </a:stretch>
          </p:blipFill>
          <p:spPr>
            <a:xfrm flipV="1">
              <a:off x="9591270" y="0"/>
              <a:ext cx="2600729" cy="2091066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rcRect t="11991"/>
            <a:stretch>
              <a:fillRect/>
            </a:stretch>
          </p:blipFill>
          <p:spPr>
            <a:xfrm flipV="1">
              <a:off x="1" y="5498751"/>
              <a:ext cx="1794556" cy="1359249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7" name="TextBox 7"/>
            <p:cNvSpPr txBox="1"/>
            <p:nvPr/>
          </p:nvSpPr>
          <p:spPr>
            <a:xfrm>
              <a:off x="1588465" y="1130300"/>
              <a:ext cx="9002370" cy="87694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我希望能在毕业后成为一名优秀的信息技术领域工程师，为国家的科技进步贡献自己的力量。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 rot="0">
              <a:off x="852132" y="2798120"/>
              <a:ext cx="3153882" cy="2700630"/>
              <a:chOff x="733764" y="2397856"/>
              <a:chExt cx="3063536" cy="270063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733766" y="2397856"/>
                <a:ext cx="3063534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职业定位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33764" y="3045853"/>
                <a:ext cx="3063536" cy="205263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我的目标是成为一名软件开发工程师，专注于后端系统或人工智能相关领域的开发。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4519244" y="2798120"/>
              <a:ext cx="3153882" cy="2700630"/>
              <a:chOff x="4564231" y="2397856"/>
              <a:chExt cx="3063536" cy="270063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564233" y="2397856"/>
                <a:ext cx="3063534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深造或就业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564231" y="3045853"/>
                <a:ext cx="3063536" cy="205263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我会根据届时的情况，综合考虑选择在国内读研深造或直接进入知名科技企业工作。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8172070" y="2798120"/>
              <a:ext cx="3153882" cy="2700630"/>
              <a:chOff x="8394698" y="2397856"/>
              <a:chExt cx="3063536" cy="270063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394700" y="2397856"/>
                <a:ext cx="3063534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感恩母校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94698" y="3045853"/>
                <a:ext cx="3063536" cy="205263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感谢重庆邮电大学为我提供了宝贵的学习机会和广阔的发展平台，我将铭记“修德、博学、求实、创新”的校训，砥砺前行。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毕业愿景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449661"/>
            <a:ext cx="5274193" cy="290801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ln w="19050"/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5366950"/>
            <a:ext cx="5274193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2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报告人名称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0400" y="5690800"/>
            <a:ext cx="5274193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2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20xx.xx.xx</a:t>
            </a:r>
            <a:endParaRPr lang="en-US" sz="1100"/>
          </a:p>
        </p:txBody>
      </p:sp>
      <p:pic>
        <p:nvPicPr>
          <p:cNvPr id="99999" name="WatermarkAig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406023f8-3754-4961-a51d-d16de59cadd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1414</Words>
  <Application>WPS 演示</Application>
  <PresentationFormat>On-screen Show (4:3)</PresentationFormat>
  <Paragraphs>145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406023f8-3754-4961-a51d-d16de59cadd1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YOGA</cp:lastModifiedBy>
  <cp:revision>2</cp:revision>
  <dcterms:created xsi:type="dcterms:W3CDTF">2006-08-16T00:00:00Z</dcterms:created>
  <dcterms:modified xsi:type="dcterms:W3CDTF">2026-05-30T09:11:30Z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B26CCCE1FCF848BAB7CA29CD30FC025C_12</vt:lpwstr>
  </property>
  <property fmtid="{D5CDD505-2E9C-101B-9397-08002B2CF9AE}" pid="3" name="KSOProductBuildVer">
    <vt:lpwstr>2052-12.8.2.18205</vt:lpwstr>
  </property>
</Properties>
</file>